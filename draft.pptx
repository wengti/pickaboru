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09.9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579 282 17281,'0'-2'0,"0"-1"0,0-1 0,-1-2 0,0 0 0,-1-2 0,0 0 0,-1-2 0,-1 0 0,0-1 0,-2-1 0,0 0 0,-2-1 0,-1 0 0,0-1 0,-2 1 0,-1-1 0,-1 1 0,-1 0 0,0 0 0,-2 0 0,-1 2 0,-1 0 0,0 1 0,-1 0 0,-1 2 0,0 1 0,0 2 0,-1 0 0,0 2 0,0 2 0,1 1 0,-1 2 0,1 1 0,0 2 0,1 1 0,0 2 0,2 2 0,0 2 0,2 1 0,0 2 0,2 1 0,1 2 0,1 1 0,2 1 0,2 2 0,1 1 0,2 1 0,1 2 0,2 0 0,2 1 0,1 0 0,2 2 0,2-1 0,1 2 0,1-1 0,2 1 0,2-1 0,0 1 0,2-1 0,1 1 0,1-2 0,1 1 0,0-1 0,1-1 0,1 0 0,0-2 0,0 0 0,0 0 0,1-2 0,-1-1 0,0-1 0,0 0 0,-1-2 0,0-1 0,-1-1 0,0-1 0,-2 0 0,0-2 0,-1-1 0,-1-1 0,-1-1 0,-1-1 0,-1-1 0,-1 0 0,-1-2 0,-2 0 0,0-1 0,-1 0 0,0-1 0,-2-1 0,0-1 0,-1 0 0,-1 0 0,0-1 0,0-1 0,-1 0 0,0 0 0,0-2 0,1 0 0,-1 0 0,2-1 0,-1 0 0,2-1 0,0 0 0,1-1 0,1 0 0,0 0 0,2-2 0,1 1 0,1-2 0,1 0 0,1-1 0,1 0 0,2-2 0,0 0 0,2-1 0,0-1 0,2-1 0,1 0 0,0-2 0,1 0 0,1-2 0,0 0 0,1-2 0,0 0 0,1-1 0,-1-2 0,1 0 0,-1-1 0,0 0 0,0-2 0,-1 0 0,0-1 0,-1 0 0,-2-1 0,0 0 0,-1-1 0,-2 0 0,-1 1 0,-1-1 0,-2 0 0,-2 0 0,-1 1 0,-2-1 0,-1 2 0,-2 0 0,-2 0 0,-2 2 0,-2 0 0,-1 2 0,-2 0 0,-2 2 0,-1 0 0,-2 2 0,-1 2 0,-2 1 0,-1 1 0,-1 2 0,-1 1 0,-1 2 0,-1 1 0,-1 2 0,0 2 0,0 1 0,-1 1 0,0 2 0,-1 2 0,1 1 0,1 1 0,-1 1 0,1 1 0,0 2 0,1 0 0,1 1 0,1 1 0,0 1 0,2 0 0,0 1 0,2-1 0,0 1 0,2 0 0,0 0 0,2 0 0,1-1 0,1 0 0,0-1 0,2 0 0,1-1 0,0-1 0,2-1 0,0 0 0,0-2 0,1-1 0,1-1 0,-1-1 0,1-2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15.1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194 1 9830,'-1'90'1739,"3"101"72,-2-189-1780,0 0-1,0-1 1,0 1 0,1 0-1,-1 0 1,1 0 0,-1 0 0,1 0-1,-1-1 1,1 1 0,0 0-1,0 0 1,0-1 0,0 1 0,0-1-1,0 1 1,1-1 0,-1 1-1,0-1 1,1 0 0,-1 0 0,1 1-1,-1-1 1,1 0 0,0 0 0,-1-1-1,1 1 1,0 0 0,0-1-1,0 1 1,-1-1 0,4 1 0,4 0 116,1-1 0,0-1 0,-1 0 0,1 0 0,15-4 0,-17 3-15,0 0-1,1 1 0,-1 0 0,1 0 0,14 1 1,-12 3 28,1 1 0,-1 1 0,0-1 0,0 2 0,0-1 0,-1 2 0,0-1 0,0 2 0,-1-1 0,1 1 0,-2 0 1,1 1-1,-1 0 0,-1 0 0,1 1 0,-2 0 0,1 1 0,-2-1 0,1 1 0,-1 0 0,-1 0 0,0 1 0,0-1 0,-1 1 1,-1 0-1,2 16 0,-3-6 155,-1 0 1,-1 1-1,0-1 0,-7 27 1,6-39-161,-1-1 0,-1 1 0,1-1 0,-2 0 0,1 0 0,-1 0 0,0-1 0,-1 1 0,0-1 0,-1-1 0,-12 13 0,12-13-33,0 0-1,0 0 1,-1 0-1,0-1 1,0 0 0,-1-1-1,0 0 1,0 0-1,0-1 1,0 0 0,-1-1-1,1 0 1,-1 0-1,0-1 1,0 0 0,0-1-1,-20 0 1,18-1-128,1-2 1,0 0-1,0 0 0,-1-1 1,1 0-1,1-1 0,-1 0 1,1-1-1,-1 0 1,1-1-1,1 0 0,-1 0 1,-12-12-1,4 5 27,-32-14-4,41 23-43,0-1 0,0 0-1,1 0 1,0 0 0,0-1-1,0 0 1,-12-14 0,8 4-19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15.9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9830,'379'-15'5162,"-226"4"-4025,-126 10-1091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16.5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21.3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312 57 9830,'0'-1'8,"0"0"0,0 1 0,0-1 0,0 1 0,0-1 0,0 0 0,0 1 0,0-1 0,-1 1 0,1-1 0,0 0 0,0 1 0,0-1 0,-1 1 0,1-1 0,0 1 0,0-1 1,-1 1-1,1-1 0,-1 1 0,1-1 0,0 1 0,-1 0 0,1-1 0,-1 1 0,1-1 0,-1 1 0,1 0 0,-1 0 0,1-1 0,-1 1 0,1 0 0,-1 0 0,0-1 0,-24 7 626,-18 19 446,21-7-654,1 0-1,1 2 1,0 0 0,2 1 0,-29 43 0,35-46-175,2 0 1,0 1 0,1 0-1,0 0 1,2 1 0,0 0 0,2 1-1,-5 28 1,6 19 825,2 0 0,9 75 0,-5-131-914,0 1 0,0-1 0,2 0-1,-1 0 1,2 0 0,-1 0 0,2-1-1,-1 1 1,2-2 0,-1 1 0,10 10 0,-5-6 152,1-1 0,1-1 0,1 0 0,-1 0 0,2-2 0,29 19 0,-36-25-199,0-1 0,0-1 0,0 1 0,1-1 0,-1-1 0,1 1 0,0-2 0,0 1 0,0-1 0,0 0 0,0-1-1,0 0 1,0-1 0,0 0 0,0 0 0,16-5 0,-10 1-207,0-1-1,0 0 1,-1-1 0,1-1-1,-2 0 1,1-1 0,-1 0-1,18-18 1,12-12-686,-2-2 0,-2-1 1,-2-3-1,58-89 0,-87 121 594,-2-1 0,0-1 0,-1 1 0,0-1-1,-1 0 1,-1 0 0,0 0 0,0-18 0,-1-19-785,-5-56 1,0 27 125,3 68 697,-1-1 0,0 1 0,-1 0 1,0 0-1,-1 0 0,0 0 0,-1 0 0,-1 1 0,-7-15 1,9 22 155,0 0 0,0 0 0,-1 0 0,0 0 0,0 1 1,0 0-1,0 0 0,0 0 0,-1 0 0,0 1 0,0-1 0,0 1 1,0 1-1,0-1 0,-1 1 0,1-1 0,-1 2 0,1-1 1,-1 1-1,0-1 0,0 1 0,-11 0 0,-233 7 1812,225-6-1791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36.5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17 354 9830,'0'-3'2,"1"0"0,-1 0 0,1 0 0,0 1 0,0-1 0,0 0 0,0 1 0,0-1 0,1 0 0,-1 1 0,1-1-1,0 1 1,-1 0 0,1 0 0,0-1 0,3-1 0,41-32 160,-27 23-28,20-17 267,2 2 0,2 1 1,0 2-1,2 2 0,0 2 0,1 2 0,69-18 0,-58 23 117,0 2 1,1 2-1,74-2 1,-114 12-379,1 0-1,-1 1 1,0 1-1,1 1 1,-1 1-1,0 0 1,0 1-1,-1 1 1,0 0-1,0 2 1,0 0-1,-1 1 1,0 0-1,20 17 1,-19-13-15,-2 2 0,0-1 1,-1 2-1,0 0 0,-1 0 0,-1 1 0,15 29 0,-20-32 9,-1 1-1,0 0 0,-1 0 1,-1 1-1,-1-1 1,0 1-1,-1 0 0,0-1 1,-2 1-1,-1 23 0,1-27-41,-2 0 0,0 0-1,0 0 1,-1 0 0,0 0 0,-1-1-1,0 1 1,-1-1 0,-1 0 0,0 0-1,0-1 1,-1 0 0,0 0 0,0 0-1,-13 11 1,8-11 20,-1 0 0,0 0 0,0-1 0,-1-1 0,-1 0 0,1-1 0,-1-1 0,0 0 0,-1-1 0,-31 7 0,-36 3 594,-1-3 0,0-5 0,-99-2 1,328-7-414,143 4 100,-277-1-393,0 0 0,0 1 0,1 0 0,-1 1 0,0 0 0,-1 0 0,1 2 0,17 8 0,-23-10 0,-1 1 0,1-1 0,0 1 0,-1 0 0,0 1 0,0-1 0,0 1 0,-1-1 0,1 1 0,-1 0 0,0 0 0,-1 1 0,1-1 0,-1 1 0,0-1 0,0 1 0,-1 0 0,1 8 0,3 28 0,-3 0 0,-2 1 0,-8 71 0,7-99 0,-1-1 0,-1 0 0,-1 0 0,0-1 0,0 1 0,-1-1 0,-1 0 0,0 0 0,-1-1 0,-1 0 0,0 0 0,0 0 0,-1-1 0,-1 0 0,1-1 0,-2 0 0,1-1 0,-2 0 0,1-1 0,-1 0 0,0 0 0,-1-2 0,1 1 0,-1-2 0,-1 1 0,1-2 0,-1 0 0,-20 3 0,-28 0 0,-1-4 0,0-2 0,-94-10 0,127 5-34,1-1 0,-1-1 0,1-2 0,1-1 0,-1-1 0,2-1 0,-1-1 0,-30-20 0,-13-15-121,-102-87 0,169 131 155,-18-15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47.3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82 2 9830,'68'-1'949,"80"3"14,-144-2-928,0 0 1,0 1 0,0-1 0,-1 1 0,1 0 0,0 0 0,-1 0 0,1 0 0,0 0 0,-1 1-1,0 0 1,1 0 0,-1 0 0,0 0 0,0 0 0,0 1 0,0-1 0,0 1 0,-1 0-1,1 0 1,-1 0 0,0 0 0,0 0 0,0 1 0,0-1 0,0 1 0,-1-1 0,0 1 0,1-1-1,-1 1 1,-1 0 0,1 0 0,0-1 0,-1 1 0,0 0 0,0 0 0,0 0 0,0 0 0,-1-1-1,0 1 1,1 0 0,-1 0 0,-1-1 0,1 1 0,0-1 0,-1 1 0,0-1 0,-2 5 0,-5 7 98,-1-1 1,0 0 0,-1-1 0,0 0 0,-1 0 0,0-1 0,-1-1 0,-19 14 0,1-5 229,-1 0-1,-58 25 1,90-45-356,0 0-1,0 0 0,0 1 1,0-1-1,0 0 0,0 0 0,1 0 1,-1 0-1,0 0 0,0 0 1,0 0-1,0 1 0,0-1 0,0 0 1,0 0-1,0 0 0,0 0 1,0 0-1,0 1 0,0-1 1,0 0-1,0 0 0,0 0 0,0 0 1,0 1-1,0-1 0,0 0 1,0 0-1,0 0 0,0 0 0,0 0 1,0 1-1,0-1 0,0 0 1,0 0-1,0 0 0,0 0 0,0 0 1,0 0-1,-1 1 0,1-1 1,0 0-1,0 0 0,0 0 1,0 0-1,0 0 0,0 0 0,-1 0 1,1 0-1,0 0 0,0 0 1,0 1-1,0-1 0,0 0 0,-1 0 1,1 0-1,0 0 0,0 0 1,0 0-1,0 0 0,-1 0 1,1 0-1,0 0 0,0 0 0,0 0 1,0-1-1,0 1 0,-1 0 1,1 0-1,18 3 259,26-4 50,-27 1-214,-3-1 15,1 0 1,-1 1 0,0 1-1,1 0 1,20 6-1,-31-6-82,0 0 0,0 1-1,0-1 1,0 1-1,-1 0 1,1 1 0,-1-1-1,1 1 1,-1-1-1,0 1 1,0 0 0,0 0-1,-1 0 1,1 0 0,-1 1-1,1-1 1,-1 1-1,0 0 1,-1-1 0,1 1-1,0 0 1,-1 0-1,2 8 1,0 5 87,-1 0 0,-1 0 0,0 0 0,-1 0 0,0 0 0,-2 0 0,0 0 0,-1 0 0,-1-1 0,0 1 0,-1-1 0,-1 0 0,0 0 0,-1 0 0,-1-1 0,-1 0 0,0-1 0,-1 0 0,0 0 0,-1-1 0,-22 21 0,26-30-56,1 1 0,-1-1 0,0 0 0,0-1 0,-1 1 0,1-2 0,-1 1 0,0-1 1,1 0-1,-12 1 0,-8 0 230,-45-2 0,34-2-250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48.2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47 9830,'33'0'478,"0"-1"0,0-1 0,64-13 0,-64 6-205,1 2 0,0 2 0,0 1 0,0 1 0,48 3 0,-78 0-233,1 1 0,-1-1 0,0 1 0,0 0-1,1 0 1,-1 1 0,0 0 0,0-1 0,-1 1 0,1 0 0,0 1 0,-1-1 0,1 1 0,-1-1 0,0 1 0,0 0-1,0 1 1,0-1 0,0 0 0,-1 1 0,1-1 0,-1 1 0,0 0 0,0 0 0,-1 0 0,1 0 0,-1 0 0,1 0 0,-2 0-1,1 0 1,0 1 0,0 6 0,0 14 216,-1 0-1,-1-1 0,-1 1 1,-8 36-1,7-41-100,-16 68 932,-55 157-1,19-77-240,47-121-425,8-47-413,-1 1 1,1-1-1,0 1 0,0-1 1,0 1-1,1-1 0,-1 1 1,0-1-1,0 1 0,0-1 1,0 0-1,0 1 0,0-1 1,1 1-1,-1-1 0,0 1 1,0-1-1,1 0 0,-1 1 1,0-1-1,1 0 0,-1 1 1,0-1-1,1 0 0,-1 1 1,0-1-1,1 0 0,-1 0 1,1 1-1,1-1-17,-1 0 0,0-1 0,1 1 0,-1 0 0,0-1 0,1 1 0,-1-1 0,0 1 0,1-1 0,-1 0 0,0 1-1,0-1 1,0 0 0,0 0 0,2-2 0,31-28-214,1-7 183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49.1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226 40 9830,'0'-2'18,"-1"0"-1,1 1 1,-1-1-1,0 0 1,1 1-1,-1-1 1,0 1-1,0-1 1,0 1-1,0 0 1,0-1-1,0 1 1,-1 0-1,1 0 1,0-1-1,-1 1 1,1 0 0,-1 0-1,1 1 1,-1-1-1,1 0 1,-1 0-1,1 1 1,-1-1-1,0 1 1,-3-1-1,-48-7 621,47 9-584,-1 0 0,0 0-1,1 0 1,-1 1 0,1 0-1,0 0 1,0 1 0,0 0-1,0 0 1,0 0 0,0 1-1,1 0 1,0 0 0,0 0 0,0 0-1,0 1 1,1 0 0,-5 6-1,7-8-22,-1 0 0,1 0 0,-1 0-1,1 0 1,0 1 0,1-1 0,-1 1 0,1 0-1,-1-1 1,1 1 0,0 0 0,0 0 0,1 0-1,-1 0 1,1-1 0,0 1 0,0 0 0,0 0-1,0 0 1,1 0 0,0 0 0,0 0 0,0 0-1,0-1 1,0 1 0,1 0 0,-1-1 0,1 1-1,0-1 1,0 0 0,5 6 0,-2-5 16,-1 0 0,1 0 0,0 0 1,0-1-1,1 0 0,-1 0 0,1 0 0,-1-1 0,1 0 1,0 0-1,0 0 0,0-1 0,0 0 0,0 0 1,0-1-1,0 1 0,9-2 0,9 0 216,-1-1 0,47-11 0,-68 12-232,0 0 1,0 1-1,0 0 0,0-1 0,0 1 0,0 0 0,0 0 1,0 0-1,1 1 0,-1-1 0,0 0 0,0 1 1,0-1-1,0 1 0,0 0 0,0 0 0,0 0 1,0 0-1,-1 0 0,1 0 0,0 0 0,0 0 0,-1 1 1,1-1-1,-1 1 0,1-1 0,-1 1 0,0 0 1,0 0-1,0-1 0,1 1 0,-2 0 0,1 0 0,0 0 1,0 0-1,-1 0 0,1 0 0,-1 0 0,1 0 1,-1 0-1,0 0 0,0 3 0,1 14 196,0-1 0,-1 0 0,-1 0 0,-4 19 0,2-16-19,-39 277 1335,14-112-743,21-133-754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0.3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225 39 9830,'0'-2'18,"-1"1"-1,1-1 1,-1 0 0,0 1 0,0-1-1,1 1 1,-1-1 0,0 1-1,0-1 1,0 1 0,-1 0-1,1 0 1,0-1 0,0 1 0,-1 0-1,1 0 1,0 0 0,-1 0-1,1 1 1,-1-1 0,0 0-1,1 0 1,-1 1 0,0-1 0,1 1-1,-4-1 1,-46-6 596,45 6-568,1 1 0,0 0-1,-1 1 1,1-1 0,0 1-1,0 0 1,-1 0 0,1 1-1,0-1 1,0 1 0,0 0-1,1 1 1,-1-1 0,0 1 0,1 0-1,0 0 1,-1 0 0,1 1-1,1-1 1,-1 1 0,0 0-1,1 0 1,0 1 0,0-1-1,0 1 1,0-1 0,1 1-1,0 0 1,-3 10 0,2-4 46,1-1 1,0 1-1,1 0 1,0 1-1,1-1 0,0 0 1,1 0-1,0 0 1,1 0-1,0 0 1,1 0-1,0-1 1,7 17-1,65 124 912,-19-42-78,-54-106-886,0 1-1,0-1 1,-1 1-1,1 0 1,-1-1-1,0 1 1,0 0-1,0 0 1,-1 0-1,0-1 1,1 1-1,-1 0 0,0 0 1,-1 0-1,1 0 1,-1 0-1,1-1 1,-1 1-1,-1 0 1,1 0-1,0-1 1,-1 1-1,0-1 1,1 1-1,-6 5 0,3-5 17,-1 1 0,0-1 0,0 0 0,-1-1 0,1 1 0,-1-1 0,0 0 0,1 0 0,-1-1 0,-1 0 0,1 0 0,0 0 0,0-1 0,-12 1 0,-18 2-10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0.9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9830,'0'8'273,"0"17"273,0 12-273,0 16 273,0 13 1,0 11-1,0-1-273,0-5 0,0 1 273,0-5-273,0 1 273,0-3-273,0-4 0,0-7 0,0-3 0,0-4 0,0-24 274,0-17-547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1.3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9830,'0'8'273,"0"17"273,0 13-273,0 14 273,0 14 1,0 11-1,0 7 0,0-3-273,0 0 273,8 1 65,2-5-338,-1-9 0,-1 0 273,-3-4-273,-1-14-273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2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666 1 9830,'-1'14'237,"0"-1"0,-1 1 0,0-1-1,-1 1 1,-1-1 0,0 0 0,-10 22 0,-6 5 244,-27 38 1,22-36-141,-146 217 1587,-22 37 181,132-194-1470,-44 83 811,93-160-1405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3.7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9830,'-6'0'119,"0"2"-1,1-1 0,-1 1 1,0 0-1,1 0 1,0 0-1,-1 1 0,1 0 1,0 0-1,0 0 1,1 0-1,-1 1 1,1 0-1,-1 0 0,1 0 1,-5 8-1,5-7-65,0 0-1,0 0 0,0 1 1,1-1-1,0 1 1,0 0-1,1 0 1,-1 0-1,1 0 0,1 1 1,-1-1-1,1 0 1,0 1-1,0-1 1,1 1-1,0-1 0,1 13 1,2-5 52,1 0-1,0-1 1,1 0 0,1 0-1,0 0 1,0-1 0,1 0 0,1 0-1,10 13 1,11 7 469,52 48 0,-16-18 28,-61-58-546,1 1 0,-1 0 0,0 0 0,0 1 0,0-1 0,-1 1 0,0-1 0,0 1 0,0 0 0,-1 0 0,0 1 0,0-1 0,-1 0 0,0 1 0,1 9 0,-2-13-23,-1 0 0,1 1 0,-1-1 0,0 0 0,0 1 1,0-1-1,0 0 0,-1 0 0,1 0 0,-1 0 0,0 0 1,0 0-1,0 0 0,0-1 0,0 1 0,-1-1 0,1 1 0,-1-1 1,1 0-1,-1 0 0,0 0 0,0 0 0,0-1 0,0 1 1,0-1-1,-1 0 0,1 0 0,0 0 0,0 0 0,-1 0 0,-3-1 1,-15 5 188,0-2 1,-1 0-1,-30-1 1,44-2-168,0 0-1,0-1 1,0 0 0,0 0 0,0-1-1,0 0 1,0-1 0,1 0 0,-1-1-1,1 1 1,-9-6 0,-7-12-10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4.2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9830,'0'7'273,"0"26"546,0 14-546,0 7 0,0 9 274,0 18 272,0 9-273,0 12 273,0-3-546,0-12 0,0-4 273,0-10-273,0-9 0,0-8 0,0-21 1,0-24-1,0-30-501,0-10 228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4.7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0 9830,'8'18'311,"-2"0"1,1 0-1,-2 0 0,-1 1 1,5 37-1,-3 98 807,-6-104-763,-27 503 2759,19-459-2571,4-45-140,-1-1-1,-15 64 1,13-93-119,7-19-275,0 0 0,0 1 0,0-1-1,0 0 1,0 0 0,0 1-1,0-1 1,0 0 0,0 1 0,0-1-1,0 0 1,-1 0 0,1 0-1,0 1 1,0-1 0,0 0-1,0 0 1,-1 1 0,1-1 0,0 0-1,0 0 1,0 0 0,-1 0-1,1 1 1,0-1 0,0 0 0,0 0-1,-1 0 1,1 0 0,0 0-1,-1 0 1,1 0 0,0 0-1,0 0 1,-1 0 0,1 0 0,0 0-1,0 0 1,-1 0 0,1 0-1,0 0 1,0 0 0,-1 0 0,1 0-1,0 0 1,0 0 0,-1 0-1,1 0 1,0 0 0,-1-1-1,-4-10 38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5.9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 9830,'2'0'53,"1"1"1,-1-1-1,0 1 1,0 0-1,0 0 0,0 0 1,0 0-1,0 0 1,0 0-1,0 1 0,-1-1 1,1 1-1,0-1 1,-1 1-1,1 0 0,1 2 1,26 37 319,-17-23-175,-4-6-70,0 1 1,-1 0 0,0 0-1,-1 1 1,0 0 0,-2 0-1,1 1 1,-2-1 0,0 1-1,2 22 1,-4-16 36,0 0 0,-1 0 0,-2 1 0,0-2 0,-1 1 0,-11 39 0,8-46-41,0 0 0,-1-1 1,-1 1-1,0-1 0,-1-1 0,0 1 0,-1-2 1,-1 1-1,1-1 0,-2-1 0,-23 17 0,8-4 138,26-22-237,-1 0 0,0 1 0,1-1 0,-1 1 0,1-1 0,0 1 0,-1 0 0,1-1 0,0 1 0,0 0 0,0 0 0,0 0 0,0 0 0,1 0 0,-1 0 0,0 2 0,1-2 0,0-1-1,0 0 0,0 0 0,1 1 0,-1-1 0,0 0 0,1 0 0,-1 0 1,1 1-1,-1-1 0,1 0 0,0 0 0,-1 0 0,1 0 0,0 0 1,0 0-1,-1 0 0,1 0 0,0-1 0,2 2 0,2 2 60,1-1-1,0 0 1,0 0-1,0-1 1,0 0-1,1 0 0,-1 0 1,11 1-1,84 12 811,176 36 483,-231-38-1331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6.7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0 9830,'-9'75'1066,"6"-63"-952,1 1 1,0 0-1,1-1 0,0 1 0,2 13 1,-1-23-85,1 0 1,0-1-1,-1 1 1,1 0 0,0 0-1,0-1 1,1 1 0,-1 0-1,1-1 1,-1 1-1,1-1 1,0 0 0,0 1-1,0-1 1,0 0 0,0 0-1,0-1 1,4 3-1,4 2 99,0 0 0,1-1 0,17 6 0,-22-10-66,1 1-1,0 1 1,-1 0-1,1 0 1,-1 0 0,0 0-1,0 1 1,0 0 0,0 0-1,-1 1 1,0 0-1,6 6 1,-5 1 39,-1 0 1,-1 1-1,0 0 1,0 0-1,-1 0 0,-1 1 1,0-1-1,-1 0 1,0 1-1,-1-1 0,-1 1 1,0-1-1,0 1 1,-2-1-1,-6 23 0,8-33-74,-1 0-1,1 0 1,-1 0-1,1 0 1,-1 0-1,0 0 1,0-1-1,-1 1 1,1 0-1,0-1 1,-6 4-1,7-5 2,-1 0-1,1 0 0,-1-1 1,1 1-1,-1-1 1,1 1-1,-1-1 0,0 0 1,1 1-1,-1-1 0,0 0 1,1 0-1,-1 0 0,0 0 1,1 0-1,-1-1 0,1 1 1,-3-1-1,0-1-6,0 0 1,0 0-1,1 0 0,-1-1 0,0 1 0,1-1 1,0 0-1,0 0 0,0-1 0,0 1 1,0 0-1,0-1 0,1 0 0,0 0 0,0 1 1,-3-8-1,-28-78-264,20 46 223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7.0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9830,'8'0'273,"10"0"0,9 0 0,8 0 0,6 0 0,3 0 0,-6 0-273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1:57.7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271 0 9830,'-1'15'251,"0"0"0,-1 0 0,-1-1 0,-1 1 0,1-1 1,-10 22-1,-44 83 579,29-66-370,-5 12-90,-57 131 722,82-176-934,2 2-1,0-1 1,1 0-1,1 1 0,0 0 1,2 0-1,1 33 1,1-51-124,1 0 1,-1 0-1,1 0 1,0 0 0,0 0-1,1 0 1,-1-1-1,1 1 1,-1 0-1,1-1 1,0 1 0,1-1-1,-1 1 1,1-1-1,-1 0 1,1 0 0,0 0-1,0-1 1,0 1-1,0-1 1,1 1 0,-1-1-1,1 0 1,-1 0-1,1-1 1,0 1-1,0-1 1,0 0 0,0 0-1,0 0 1,0 0-1,0-1 1,5 1 0,3 0 75,1-1-1,-1 0 1,1-1 0,-1-1 0,1 0 0,-1 0 0,1-1 0,-1-1 0,19-7 0,-19 4-152,-1 0 1,1 0 0,-1-1 0,0-1 0,-1 0 0,0 0 0,0-1-1,-1 0 1,-1-1 0,1 1 0,-2-2 0,0 1 0,0-1-1,-1 0 1,0-1 0,5-16 0,-9 22 26,1-1 1,-1 1-1,-1-1 0,1 0 1,-1 1-1,-1-1 0,1 0 0,-1 0 1,-1 1-1,1-1 0,-1 0 1,-1 1-1,1-1 0,-1 0 1,-1 1-1,1 0 0,-1 0 0,-1-1 1,1 2-1,-1-1 0,0 0 1,-1 1-1,0 0 0,0 0 1,0 0-1,0 1 0,-1-1 0,0 1 1,-10-6-1,3 5 112,1 0 1,0 1-1,-1 1 0,0 0 0,0 1 1,-1 1-1,1 0 0,-23-1 1,29 3 204,145 4 823,-39-2-1018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2:07.7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757 46 9830,'-144'-2'1485,"-160"5"326,292-2-1701,-1 1 0,0 0 0,1 0 0,-1 2 0,1-1 0,0 1 0,0 1 0,1 0 0,-1 1 0,1 0 0,-20 15 0,22-13 2,1 0 0,1 0 0,-1 1 0,1 0 0,1 0 0,-1 0 0,2 1 0,-1 0 1,1 0-1,1 1 0,0-1 0,0 1 0,-3 21 0,-4 35 623,-2 85 0,1-10 44,-10 431 2436,22-517-2880,0-46-253,0 1 1,1-1 0,0 0 0,1 0 0,0 0-1,0-1 1,1 1 0,0 0 0,1-1 0,0 0 0,0 1-1,1-2 1,7 11 0,-6-13-12,0 1 0,0-1 0,1 0 1,-1 0-1,2-1 0,-1 0 0,0 0 0,1-1 0,0 0 0,0 0 1,0-1-1,1 0 0,-1-1 0,1 1 0,11 0 0,-17-2-46,58 9 535,-1 3-1,61 22 0,-81-23-473,0-2 1,0-2-1,48 4 1,4 0-33,55 5-54,1-7 0,191-10 0,-128-3 0,-140 5 0,-49 0 0,-1 0 0,1-2 0,0 0 0,0-2 0,0 0 0,0-2 0,-1 0 0,25-9 0,-36 7-38,-1-1 0,0 0 1,-1 0-1,1-1 0,-1-1 0,-1 1 1,1-1-1,-2 0 0,1-1 1,-1 1-1,5-12 0,12-16-92,-1 2-290,-1-1 1,-2-1-1,-1 0 1,21-69-1,10-29-344,11-31-450,-57 153 1116,62-237-1500,-48 172 1037,-7 38 79,6-57 0,-15 82 361,0 0 1,-2 1-1,1-1 1,-2 0-1,0 1 1,0-1-1,-8-22 1,5 25 90,0 0 1,0 0-1,-1 0 1,0 1-1,-1 0 1,-1 0 0,1 0-1,-2 1 1,1 0-1,-2 1 1,1 0 0,-1 1-1,0 0 1,-1 0-1,0 1 1,-15-7-1,5 4 138,-1 1-1,0 2 0,-1 0 0,0 1 0,0 1 0,0 2 0,-1 0 1,-27 0-1,8 0 219,-69-14 0,69 9-3,-71-5 1,-381 13 1521,230 1-955,227-1-863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2:45.8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683 93 9830,'-495'0'3550,"485"-1"-3464,0 2 1,0-1-1,0 1 1,0 1-1,0-1 1,0 2-1,0 0 0,-17 7 1,22-8-27,1 1 0,0 0 0,0 0 0,0 0 0,0 1 0,0 0 0,0-1 0,1 1 0,0 0 0,0 1 0,0-1 0,0 1 1,1-1-1,0 1 0,0 0 0,0 0 0,0 0 0,1 0 0,-1 5 0,-7 54 465,2 1 0,4 0 0,9 127 0,0-56 151,-7 36 600,4 98 179,-2-263-1390,0 1 0,0 0 0,0 0 0,1-1 0,0 1 1,1-1-1,0 0 0,0 0 0,0 0 0,1 0 1,0 0-1,0-1 0,1 0 0,0 0 0,0 0 0,0 0 1,10 7-1,-3-5 91,0 0 0,1-1 0,0 0 0,0-1 1,1-1-1,-1 0 0,1 0 0,17 2 0,43 8 185,1-4-1,104 3 1,156-16 1038,-125-2-1010,-162 5-369,-26 0 0,1 0 0,-1-2 0,1 0 0,-1-1 0,1-2 0,-1 0 0,36-13 0,-25 4-35,-1-2 0,-1-1 0,0-1 0,-2-2 0,0-1 0,-1-1 0,-1-2 0,30-31 1,-42 39-93,-1-1 0,0-1 0,-1 0 1,-1-1-1,-1 0 0,0-1 0,-1-1 1,-2 1-1,0-1 0,-1-1 0,0 1 1,-2-1-1,-1 0 0,3-27 0,15-118-1066,-8 69 536,-9 68 411,-2-1 1,-1 1 0,-2 0 0,-5-49-1,4 68 217,-1 0 0,-1 0-1,0 0 1,0 0 0,-1 0-1,0 1 1,-1 0 0,0 0-1,0 0 1,-1 0 0,0 1-1,-1 0 1,1 0 0,-2 1-1,1 0 1,-15-11 0,-16-4 180,-1 1-1,0 2 1,-1 1 0,-1 3-1,-64-16 1,18 5 52,21 5-13,-2 4 0,0 3 0,-1 2 0,0 4 0,-116 0 0,70 8 38,-139 6 347,218 0-491,8 4-67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01.8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186 588 9830,'-4'0'41,"1"-1"-1,-1 0 1,1 0 0,0 0-1,-1 0 1,1-1 0,0 0-1,0 1 1,0-1 0,0 0-1,0 0 1,0-1-1,1 1 1,-1 0 0,1-1-1,-4-4 1,-32-48-110,25 33 60,1 0 1,1-1-1,1-1 1,0 1-1,2-1 1,1-1-1,2 0 0,-5-33 1,8 35 8,0 3-1,0-1 0,2 1-1,0-1 1,6-36 0,-6 52 28,1 1 0,1-1 0,-1 1 0,0 0 0,1 0 0,0-1 0,0 1 0,0 1 0,1-1 0,-1 0 0,1 0 0,0 1 0,0-1 0,0 1 0,1 0 0,-1 0 0,1 0 0,-1 1 0,1-1 0,0 1 0,0 0 0,0 0 0,1 0 0,-1 1 0,0-1 0,1 1 0,5-1 0,0 1 47,0 0 1,0 0-1,1 1 0,-1 0 0,0 1 1,0 0-1,0 1 0,0 0 0,0 1 1,0-1-1,-1 2 0,1 0 0,-1 0 1,0 0-1,0 1 0,0 1 0,-1 0 0,0 0 1,0 0-1,0 1 0,-1 0 0,0 1 1,0-1-1,-1 1 0,0 1 0,-1-1 1,1 1-1,-2 0 0,8 17 0,-6-3 55,-3-11 0,0-1-1,1 1 0,0-1 0,1 0 1,6 12-1,-10-22-116,0 1 1,0-1-1,0 0 0,0 1 0,0-1 1,0 0-1,0 0 0,0 0 1,1 0-1,-1 0 0,0 0 1,1 0-1,-1 0 0,1-1 1,-1 1-1,1 0 0,-1-1 1,1 1-1,-1-1 0,1 0 0,0 0 1,-1 1-1,1-1 0,0 0 1,-1 0-1,1 0 0,0-1 1,-1 1-1,1 0 0,-1-1 1,1 1-1,-1-1 0,1 1 1,-1-1-1,1 0 0,-1 0 1,1 1-1,-1-1 0,0 0 0,1 0 1,-1 0-1,0-1 0,0 1 1,2-2-1,52-50-225,-46 41 244,1 2 1,0 0 0,1 0 0,1 0 0,-1 2 0,1-1 0,1 2 0,21-11 0,-22 13 29,-1 1 1,1 1 0,0 0-1,0 0 1,0 1 0,0 1 0,0 0-1,1 1 1,17 1 0,-26 0-36,1-1-1,-1 1 1,0 1 0,1-1 0,-1 0 0,0 1 0,0 0 0,0 0 0,0 0 0,-1 1-1,1-1 1,0 1 0,-1 0 0,0 0 0,0 0 0,0 0 0,0 1 0,0-1 0,-1 1 0,1-1-1,-1 1 1,0 0 0,0 0 0,-1 0 0,1 1 0,-1-1 0,0 0 0,2 8 0,-2-2 30,1 0 0,-1 1 1,-1-1-1,0 0 1,-1 0-1,1 0 1,-2 0-1,0 0 0,0 0 1,-1 0-1,0 0 1,0-1-1,-1 1 1,0-1-1,-1 0 0,0 0 1,-1-1-1,-6 9 1,-4 1 82,0-1 1,-2 0-1,0-1 0,-1-1 1,0-1-1,-31 17 0,-116 85 792,140-91-706,25-24-217,1-1 0,-1 1 0,1 0 0,0-1 0,-1 1 0,1-1 0,-1 1 0,1 0 0,0-1 0,0 1 0,-1 0 0,1 0-1,0-1 1,0 1 0,0 0 0,0 0 0,0-1 0,0 1 0,0 0 0,0 0 0,0-1 0,0 1 0,0 0 0,0-1 0,1 1 0,-1 0 0,0 0 0,0-1 0,1 1 0,-1 0-1,1-1 1,-1 1 0,0-1 0,1 1 0,-1-1 0,1 1 0,-1 0 0,1-1 0,0 0 0,-1 1 0,1-1 0,0 1 0,17 7 24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03.3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50 358 9830,'-1'0'22,"-1"-1"-1,1 1 1,-1-1-1,1 1 1,-1-1-1,1 0 1,-1 1-1,1-1 1,0 0-1,0 0 1,-1 0-1,1 0 1,0 0-1,0-1 1,0 1-1,0 0 1,0-1-1,0 1 1,0 0-1,1-1 1,-1 1-1,0-1 1,1 1-1,-1-1 1,1 1-1,-1-4 1,-8-47-114,8 47 122,0-4-30,-8-95-28,9 92 32,0 0 0,1 0 0,0 0 0,0 0 0,2 0 0,4-16 0,-6 25 23,1-1 0,-1 1 0,0 0-1,1 0 1,0 0 0,0 0 0,0 1 0,0-1-1,0 0 1,1 1 0,-1-1 0,1 1 0,0 0-1,-1 0 1,1 0 0,0 0 0,0 0 0,0 1-1,0 0 1,1-1 0,-1 1 0,0 0 0,1 0-1,-1 1 1,0-1 0,1 1 0,4 0 0,-3 0 19,0 0 1,0 1 0,-1 0-1,1 0 1,0 0 0,-1 1-1,1 0 1,-1-1-1,1 2 1,-1-1 0,0 0-1,0 1 1,0 0 0,0 0-1,0 0 1,-1 0 0,1 1-1,5 7 1,5 11 207,-1 1-1,-1 0 1,17 46 0,-16-38-62,-12-28-150,0 1 0,0-1 0,1 0 0,0 0 0,-1 0 0,1-1 0,0 1 0,0 0 0,1-1 0,-1 1 0,1-1-1,4 4 1,-6-5-30,1-1 0,-1 1 0,1-1-1,-1 1 1,1-1 0,0 0 0,-1 0-1,1 0 1,0 0 0,-1 0-1,1 0 1,-1 0 0,1 0 0,0-1-1,-1 1 1,1 0 0,-1-1-1,1 0 1,-1 1 0,1-1 0,-1 0-1,1 0 1,-1 0 0,0 0 0,1 0-1,1-2 1,25-20 259,-1 0 19,1 2-1,56-33 1,-77 49-245,1 1 0,0 1 0,0 0 1,0 0-1,0 0 0,0 1 0,1 0 0,-1 1 1,1 0-1,-1 0 0,1 1 0,-1 0 0,1 0 1,-1 1-1,1 0 0,-1 1 0,9 2 0,-12-2-14,-1 0-1,1 1 0,-1 0 1,0-1-1,0 2 0,0-1 1,0 0-1,-1 1 0,1-1 1,-1 1-1,0 0 0,0 0 1,0 0-1,-1 1 0,0-1 1,1 1-1,-2-1 0,1 1 1,0 0-1,-1 0 0,0 0 1,0-1-1,0 1 0,-1 6 0,1-2 28,0 0 0,-1 0 0,0 0-1,-1 0 1,0 0 0,-1 0-1,0 0 1,0 0 0,0-1-1,-1 1 1,-1-1 0,-7 15 0,0-8 64,-1 0 0,-1 0 1,0-1-1,-1-1 1,-20 16-1,-87 55 638,23-17-171,84-54-471,14-13-111,-1 0 1,1 0-1,0 0 0,0 0 0,0 0 1,-1 0-1,1 0 0,0 0 0,0 0 1,0 0-1,0 0 0,-1 0 0,1 1 1,0-1-1,0 0 0,0 0 0,0 0 1,0 0-1,-1 0 0,1 1 0,0-1 1,0 0-1,0 0 0,0 0 0,0 0 1,0 1-1,0-1 0,0 0 0,0 0 1,0 0-1,0 1 0,0-1 1,0 0-1,0 0 0,0 0 0,0 1 1,0-1-1,0 0 0,0 0 0,0 0 1,0 1-1,0-1 0,0 0 0,0 0 1,0 0-1,0 0 0,0 1 0,0-1 1,1 0-1,-1 0 0,0 0 0,0 0 1,0 1-1,0-1 0,0 0 0,1 0 1,-1 0-1,0 0 0,0 0 0,0 0 1,0 0-1,1 0 0,-1 1 0,16-3 69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04.6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184 448 9830,'-4'-1'74,"1"1"-1,0-1 1,0 0-1,-1 0 1,1-1-1,0 1 1,0 0-1,0-1 1,0 0-1,1 0 1,-1 0 0,-3-3-1,-35-34 389,27 25-242,6 6-197,0 0-1,1 0 0,0-1 0,0 0 1,1 0-1,0 0 0,1-1 0,0 0 1,0 0-1,1 0 0,0-1 0,1 1 1,0-1-1,1 0 0,0 0 0,1 0 1,0-16-1,0 12-27,0 1 0,1-1-1,1 0 1,0 0 0,7-25 0,-7 36 28,0 0 0,0 1 0,1-1 0,-1 1 0,1-1 0,0 1 0,0 0 0,1 0 0,-1 0 0,0 0 0,1 0 0,0 0 0,0 1 0,0-1 0,0 1 0,0 0 0,0 0 0,1 0 0,-1 0 0,1 1 0,-1-1 0,1 1 0,0 0 0,-1 0 0,1 0 0,0 0 0,4 1 0,-4-1 8,-1 1 0,1 0 0,-1 0 0,1 0 0,-1 0 0,0 1-1,1 0 1,-1-1 0,1 1 0,-1 0 0,0 1 0,0-1-1,0 1 1,1-1 0,-1 1 0,-1 0 0,1 0 0,0 0 0,0 0-1,-1 1 1,4 3 0,2 5 104,-1-1-1,0 1 0,-1 1 1,8 19-1,-12-24-72,1 1 1,0-1 0,1 0-1,-1 0 1,1 0-1,1 0 1,-1-1-1,1 1 1,0-1 0,1-1-1,-1 1 1,1-1-1,9 7 1,-12-11-49,1 0 1,-1 0-1,1 0 1,0-1-1,-1 1 0,1-1 1,-1 0-1,1 0 1,0 0-1,-1 0 0,1-1 1,0 1-1,-1-1 1,6-2-1,57-23 202,-16 6 41,-18 11 21,67-7-1,-87 15-212,1 0 0,-1 0-1,1 2 1,0-1 0,-1 2 0,1 0 0,-1 0 0,17 6 0,-27-7-47,1-1 0,0 1 0,-1 0 0,1 1 0,-1-1 0,1 0 0,-1 1 0,1-1 0,-1 1 0,0 0 0,0 0 0,0 0 0,0 0 0,0 0 0,-1 0 0,1 1 0,0-1 0,-1 0 0,0 1 0,1 0 0,-1-1 0,0 1 0,-1-1 0,1 1 0,0 0 0,-1 0 0,1-1 0,-1 1 0,0 0 0,0 0 0,0 0 0,0 0 0,-1-1 0,1 1 0,-1 0 0,0 0 0,1-1 0,-1 1 0,-3 4 0,0 1 46,-1 1-1,0-1 1,0 0 0,-1 0-1,0-1 1,0 0-1,-1 0 1,0 0 0,0-1-1,-13 9 1,-219 116 1184,192-114-1054,-5 3 340,82-16 3,5-4-473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05.9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142 473 9830,'-4'0'41,"1"-1"-1,-1 0 1,1 0 0,0 0-1,-1 0 1,1-1 0,0 1-1,0-1 1,0 0 0,0 0-1,0 0 1,0 0 0,0-1-1,1 1 1,0-1 0,-4-4-1,-32-48-109,30 39 63,1 0 0,1 0 1,0 0-1,1-1 0,1 1 0,-4-31 1,6 15-8,0 0 1,5-54 0,-3 80 36,1 0 1,0 0-1,1 0 0,-1 0 0,1 0 1,0 0-1,1 0 0,-1 1 1,1 0-1,0-1 0,7-7 1,-9 12-4,0 0 1,0 0 0,0-1 0,0 1 0,0 1 0,1-1-1,-1 0 1,0 0 0,0 0 0,1 1 0,-1-1 0,1 1 0,-1-1-1,1 1 1,-1-1 0,1 1 0,-1 0 0,1 0 0,2 0-1,-1 0 5,-1 1-1,0 0 0,1 0 0,-1 0 0,0 0 0,0 0 0,0 1 0,1-1 0,-1 0 0,0 1 0,-1 0 1,1-1-1,0 1 0,0 0 0,-1 0 0,2 3 0,20 30 247,-18-27-183,-1-1 0,1 0 0,1 1 0,-1-2 0,13 13 0,-15-17-49,0 0 0,0 0 0,0-1 0,0 1 0,0-1 0,1 1 0,-1-1 0,0 0 0,1 0 0,-1-1 0,1 1 0,-1-1 0,1 0 0,0 0 0,-1 0-1,1 0 1,-1 0 0,8-2 0,18-6 166,1-1 0,45-20 0,-52 18-99,0 2 0,1 1 0,0 0 1,0 2-1,29-4 0,-50 10-84,1-1 0,-1 1 0,1 0 0,0 0 0,-1 0 0,1 1 0,-1 0 0,1-1 0,-1 1 0,1 0 0,-1 0 0,1 1 0,-1-1 0,0 1 0,0 0 0,0 0 0,0 0 0,0 0 0,0 0 0,0 1 0,-1-1 0,1 1 0,-1-1 0,0 1 0,0 0 0,0 0 0,0 0 0,0 1 0,-1-1 0,1 0 0,-1 1 0,0-1 0,0 0 0,0 1 0,0 6 0,0-1 40,0 1-1,0-1 1,-1 1 0,-1-1-1,0 1 1,0-1 0,-1 0 0,0 0-1,0 1 1,-1-1 0,0-1-1,-8 16 1,0-8 44,0-1 1,-1 0-1,0-1 1,-2 0-1,1-1 0,-2-1 1,1 0-1,-19 11 0,-28 23 300,42-26-231,11-4-140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07.1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91 576 9830,'-2'-25'0,"0"-1"0,-3 0 0,0 1 0,-1 0 0,-15-38 0,9 29 0,-13-71 0,23 94 3,-2-15 70,0 0 0,2-47 1,2 67-60,0 1 1,0 0 0,0 0-1,1 0 1,0 0 0,0 0 0,1 0-1,-1 0 1,1 0 0,0 1-1,0-1 1,1 1 0,-1-1 0,1 1-1,0 0 1,0 0 0,1 0-1,-1 0 1,1 0 0,0 1-1,5-4 1,-7 6 11,1 0 0,-1 0 0,1 0 0,-1 0 0,1 0-1,-1 1 1,1 0 0,0-1 0,-1 1 0,1 0 0,-1 0 0,1 0-1,0 0 1,-1 1 0,1-1 0,-1 1 0,1 0 0,-1 0 0,1-1 0,-1 2-1,1-1 1,-1 0 0,0 0 0,0 1 0,0-1 0,0 1 0,0 0-1,0-1 1,0 1 0,0 0 0,-1 0 0,1 0 0,1 4 0,4 2 59,-2 1 1,1 1-1,-1-1 1,-1 1-1,0-1 1,6 21 0,-5-8 49,-3-10-44,1 0 1,0-1-1,1 1 1,0-1-1,7 11 0,-10-19-58,1 0-1,0-1 0,0 1 1,0-1-1,0 1 0,0-1 1,1 0-1,-1 0 0,1 0 1,-1 0-1,1 0 0,0 0 1,0-1-1,-1 1 0,1-1 1,0 0-1,1 0 0,-1 0 1,0-1-1,0 1 0,0-1 1,0 1-1,6-1 0,3-2 63,-1 1 1,0-2-1,0 0 0,0 0 1,0-1-1,0 0 0,-1-1 1,14-8-1,48-19 428,-67 30-478,0 1 1,1 0 0,-1 0 0,1 0 0,-1 1 0,1-1-1,0 1 1,-1 0 0,1 1 0,0 0 0,6 1-1,-9-1-18,0 0 0,0 0 0,-1 0-1,1 0 1,0 0 0,-1 1 0,1 0 0,-1-1-1,1 1 1,-1 0 0,0 0 0,0 0-1,0 0 1,0 0 0,0 1 0,0-1-1,-1 1 1,1-1 0,-1 1 0,1-1-1,-1 1 1,0 0 0,0 0 0,0 0 0,-1-1-1,1 1 1,-1 0 0,0 0 0,1 0-1,-1 0 1,0 0 0,-1 0 0,0 4-1,0 3 68,-1 0-1,-1-1 1,1 0-1,-1 1 1,-1-1-1,0 0 1,0 0-1,-11 15 1,5-11 48,-1 0 0,0 0 1,-1-1-1,0 0 0,-1-1 1,-15 10-1,-87 48 697,75-47-537,36-20-241,2-1-43,1-1 0,0 0 1,0 1-1,0-1 0,0 1 1,0-1-1,0 1 0,0 0 1,0-1-1,0 1 0,0 0 1,0 0-1,1-1 1,-1 1-1,0 0 0,0 0 1,1 0-1,-1 0 0,1 0 1,-1 0-1,1 0 0,-1 0 1,0 3-1,7 1 28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09.6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0 178 9830,'0'-7'0,"0"-11"0,8-2 0,10 3 273,9-4 113,8-5 0,6 1-112,3 5-1,1 6 0,-6 5-273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10.3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0 139 9830,'0'-7'0,"0"-11"0,8-9 0,10 0 0,9 4 273,8 6 0,5 7 0,4 4 0,2 3 0,1 3 0,-8 1-273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11.3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 1 9830,'0'7'273,"0"11"0,0 9 0,0 8 0,-7-2 0,-3 1 0,-7 2 114,-1-4-387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11.9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9830,'8'0'273,"2"7"0,-1 11 0,-1 9 0,-3 8 0,-1 6 0,-3 3 1,-7 2 112,-12-8-113,6-9 0,12-10 0,6-8-273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16.4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185 348 9830,'-8'1'140,"-1"-2"0,0 1 0,0-1 0,0-1 0,1 1 1,-1-1-1,0-1 0,-14-6 0,18 6-128,0 0 0,0 0 0,0-1 0,0 0 0,1 0 0,-1 0 0,1 0 0,0-1 0,1 0 0,-1 0 0,1 0 0,0 0 0,-5-11 0,2 2-26,1 0 0,1 0 0,0-1 1,1 1-1,1-1 0,0 0 0,0-20 0,2 30 35,0-1 1,0 1-1,0-1 0,1 1 1,-1-1-1,1 1 0,1-1 1,-1 1-1,1 0 0,0-1 1,0 1-1,0 0 0,1 1 1,0-1-1,0 0 0,0 1 1,0-1-1,1 1 0,0 0 1,0 0-1,0 0 0,6-4 1,-8 7-2,-1 1 0,1-1 1,0 0-1,0 0 0,-1 1 0,1-1 1,0 1-1,0-1 0,0 1 1,0 0-1,0 0 0,0 0 1,-1 0-1,1 0 0,0 0 0,0 0 1,0 1-1,0-1 0,0 1 1,-1-1-1,4 2 0,-2 0 17,0 0 0,0 0 0,0 1-1,-1-1 1,1 1 0,0 0 0,-1-1-1,0 1 1,1 0 0,1 5 0,5 10 122,-1 0 0,-1 0 0,8 28 0,-9-26-35,-5-16-82,1 1 0,-1 0-1,1-1 1,0 1-1,1-1 1,-1 0-1,1 0 1,0 0 0,0 0-1,0 0 1,1-1-1,4 5 1,-6-6-8,1-1 1,0 1-1,0-1 1,1 1-1,-1-1 1,0 0-1,0 0 1,1-1-1,-1 1 1,0 0-1,1-1 1,-1 0-1,0 0 1,1 0-1,-1 0 1,0-1-1,1 1 1,4-2-1,61-18 406,-52 13-315,0 1 0,1 2 0,0 0 1,0 0-1,0 2 0,25-1 0,-40 3-99,-1 0-1,0-1 0,0 1 1,0 1-1,0-1 0,0 0 1,0 0-1,0 1 0,1-1 1,-1 1-1,0 0 0,0 0 1,-1-1-1,1 1 1,0 0-1,0 1 0,0-1 1,-1 0-1,1 0 0,0 1 1,-1-1-1,1 1 0,-1 0 1,0-1-1,1 1 0,-1 0 1,0 0-1,0 0 1,0-1-1,0 1 0,-1 0 1,1 0-1,-1 1 0,1-1 1,-1 0-1,1 0 0,-1 0 1,0 0-1,0 0 0,0 0 1,0 0-1,-1 3 1,-1 3 39,0-1 1,0 0 0,0 0 0,-1-1 0,0 1 0,-1-1-1,0 1 1,1-1 0,-2 0 0,1 0 0,-7 6 0,-4 1 75,0 0-1,-1-1 1,0-1 0,-27 13 0,-21 16 264,40-16-103,24-23-293,0-1 1,-1 1-1,1 0 1,0-1-1,0 1 1,0 0-1,-1-1 1,1 1 0,0 0-1,0-1 1,0 1-1,0 0 1,0-1-1,1 1 1,-1 0-1,0-1 1,0 1-1,0 0 1,1-1 0,-1 1-1,0 0 1,0-1-1,1 1 1,-1-1-1,1 1 1,-1-1-1,0 1 1,1-1-1,-1 1 1,1-1 0,-1 1-1,1-1 1,0 0-1,-1 1 1,1-1-1,-1 0 1,1 1-1,0-1 1,-1 0-1,1 0 1,-1 1-1,2-1 1,19 6 32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13.9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275 382 9830,'-11'0'84,"-1"-1"0,1-1 0,0 0-1,0 0 1,0-1 0,0 0 0,0-1 0,0 0 0,1-1-1,0 0 1,0-1 0,0 0 0,0 0 0,1-1 0,0 0-1,1-1 1,0 0 0,-8-10 0,7 8-101,1-1 0,1 0 0,0-1 0,0 1 0,1-1 0,0-1 0,1 1 0,1-1 0,0 0-1,1 0 1,0 0 0,1-1 0,0 1 0,1-26 0,1 36 37,0 1 0,0-1 0,0 0 0,0 0-1,0 0 1,1 0 0,-1 0 0,1 1 0,0-1-1,-1 0 1,2 0 0,-1 1 0,0-1 0,0 1 0,1-1-1,-1 1 1,1-1 0,0 1 0,0 0 0,0 0 0,0 0-1,0 0 1,0 0 0,1 1 0,-1-1 0,0 0-1,1 1 1,0 0 0,-1 0 0,1-1 0,0 2 0,-1-1-1,1 0 1,0 0 0,0 1 0,5-1 0,-3 2 18,-1-1 1,1 1 0,0 0 0,0 1-1,-1-1 1,1 1 0,0 0 0,-1 0-1,0 0 1,1 0 0,-1 1-1,0 0 1,0 0 0,-1 0 0,1 0-1,-1 1 1,1-1 0,-1 1 0,0 0-1,0 0 1,2 5 0,1 3 37,-2-1 1,0 1-1,0 0 1,-1 1-1,0-1 1,-1 0-1,-1 1 1,1 15-1,-2-13 41,2-1 0,0 1 0,0 0 0,8 21 0,-10-34-92,1 0 0,0 0 0,0-1 0,0 1 1,0 0-1,0-1 0,0 1 0,1-1 0,-1 1 0,0-1 0,1 1 0,-1-1 0,1 0 0,0 0 0,-1 0 0,1 0 0,0 0 1,0 0-1,-1 0 0,1 0 0,0-1 0,0 1 0,0-1 0,0 0 0,0 1 0,0-1 0,0 0 0,0 0 0,0 0 0,0 0 1,0-1-1,0 1 0,0 0 0,0-1 0,0 1 0,-1-1 0,1 0 0,0 0 0,0 0 0,3-2 0,9-4 130,0-1-1,0-1 1,23-19-1,-29 22-125,21-19-44,40-28 173,-63 49-125,1 0-1,-1 1 1,0 0 0,1 0 0,0 0-1,0 1 1,0 0 0,0 0 0,9-1 0,-14 3-19,1 0 1,-1 0-1,1 1 1,-1-1 0,0 1-1,1-1 1,-1 1 0,0 0-1,1 0 1,-1 0 0,0 0-1,0 0 1,0 0-1,0 1 1,0-1 0,0 1-1,0-1 1,-1 1 0,1 0-1,0-1 1,-1 1 0,1 0-1,-1 0 1,0 0-1,0 1 1,0-1 0,0 0-1,0 0 1,0 1 0,-1-1-1,1 0 1,-1 1-1,1-1 1,-1 4 0,2 2 32,-2 1 1,1 0 0,-1 0 0,0 0-1,0 0 1,-1 0 0,-1 0 0,-2 8-1,-3 4 68,-2 0-1,0-1 1,-2-1 0,0 0-1,-22 29 1,13-24-86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15.2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91 296 9830,'-2'-1'45,"-1"0"-1,1 1 0,0-1 1,0 0-1,0 0 1,-1 0-1,1 0 1,0-1-1,0 1 0,1-1 1,-1 1-1,0-1 1,0 1-1,1-1 1,-1 0-1,1 0 0,0 0 1,-1 0-1,-1-4 1,-20-43-80,17 31 21,0 0 0,1 0 0,-4-32 0,8 45 30,0-1-1,0 1 0,1-1 0,0 1 0,0-1 0,1 1 0,0-1 0,0 1 0,0 0 0,0-1 1,1 1-1,0 0 0,0 0 0,0 0 0,1 0 0,4-8 0,-6 12 0,0 1-1,-1-1 0,1 0 1,0 0-1,-1 0 0,1 0 1,0 1-1,0-1 1,0 0-1,-1 1 0,1-1 1,0 1-1,0-1 1,0 1-1,0-1 0,0 1 1,0 0-1,0-1 0,0 1 1,0 0-1,0 0 1,1 0-1,-1 0 0,0 0 1,0 0-1,0 0 1,0 0-1,0 0 0,0 0 1,1 1-1,0 0 11,0 1 1,-1-1-1,1 1 0,0 0 1,-1-1-1,1 1 0,-1 0 0,0 0 1,1 0-1,-1 0 0,0 0 1,0 0-1,0 3 0,4 8 100,-1 0 0,-1 0-1,2 22 1,0 136 932,-5-171-1052,0 1 0,0-1 0,0 1 0,1-1 0,-1 0 0,0 1 0,0-1 0,0 1 0,0-1 0,1 0 0,-1 1 0,0-1 0,0 0 0,0 1 0,1-1 0,-1 0 0,0 0 0,1 1 0,-1-1 0,0 0 0,1 0 0,-1 1 0,0-1 0,1 0 0,-1 0 0,1 0 0,-1 0 0,0 1 0,1-1 0,-1 0 0,1 0 0,-1 0 0,0 0 0,1 0 0,-1 0 0,1 0 0,-1 0 0,0 0 0,1 0 0,-1-1 0,1 1 0,-1 0 0,0 0 0,1 0 0,-1 0 0,0-1 0,1 1 0,-1 0 0,1 0 0,-1-1 0,0 1 0,0 0 0,1 0 0,-1-1 0,0 1 0,0 0 0,1-1 0,-1 1 0,0-1 0,29-27-147,-19 17 170,12-10 109,44-36 258,-62 54-360,0 0 0,0 1 0,0-1 0,1 0-1,-1 1 1,1 0 0,0 0 0,-1 1 0,1-1-1,0 1 1,0 0 0,0 1 0,7-1 0,-10 1-20,0 0 1,0 0-1,-1 0 1,1 0-1,0 1 1,0-1-1,-1 1 1,1-1-1,0 1 1,-1-1 0,1 1-1,-1 0 1,1 0-1,-1 0 1,1 0-1,-1 0 1,0 0-1,1 1 1,-1-1 0,0 0-1,0 0 1,0 1-1,2 2 1,-2-1 8,-1-1 1,1 1-1,0 0 0,-1 0 1,0 0-1,0-1 0,1 1 1,-2 0-1,1 0 1,0 0-1,0-1 0,-1 1 1,-1 4-1,0 1 41,-1 0-1,0 0 0,-1-1 0,0 1 1,0-1-1,0 0 0,-1 0 1,0 0-1,-7 6 0,2-5 30,0-1-1,0 0 1,-21 9 0,-13 10 223,43-26-304,0 0-1,1 1 1,-1-1-1,0 0 0,1 1 1,-1-1-1,0 0 1,1 1-1,-1-1 0,1 1 1,-1-1-1,1 1 1,-1-1-1,1 1 0,-1-1 1,1 1-1,0 0 1,-1-1-1,1 1 0,0 0 1,-1-1-1,1 1 1,0 0-1,0-1 1,0 1-1,0 0 0,0 0 1,0-1-1,0 1 1,0 0-1,0-1 0,0 1 1,0 0-1,0 0 1,0-1-1,0 1 0,1 0 1,-1-1-1,0 1 1,0 0-1,1 0 0,1 0 12,0 1 0,0-1 0,0 1 0,0-1 0,0 0 0,1 0 0,-1 0 0,0 0 0,0-1 0,4 2 0,23 3 11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18.0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132 406 9830,'-7'0'273,"-4"-7"0,-6-11-286,-1-9 4,-4-8-4,1-5 4,4-5 0,5 0 0,5-2 0,11 1-4,12 7 4,11 11 275,9 10-1,-3 8-265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18.7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1 185 9830,'8'-8'0,"2"-10"0,7-9 0,9-1 0,-1-3 0,3 5 273,5 5 0,4 8 0,3 5 0,3 4 0,1 3 0,1 1 1,-7 2-274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20.1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126 0 9830,'0'8'273,"0"9"0,0 10 0,-8 1 0,-2 2 0,1 5 0,-7-5 1,-7-7-1,-7-7 0,1-7-273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20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160 0 9830,'0'8'273,"0"10"0,-8 9 113,-2 8-113,-7-2 0,-9-7 1,-7 0 112,-5-4-113,18-7 273,13-5-546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25.8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0 136 9830,'1'-1'16,"-1"0"0,0-1 0,1 1 0,-1 0 0,1 0 0,-1-1 0,1 1 0,0 0 0,0 0 0,-1 0 0,1 0 0,0 0 0,0 0 0,0 0 0,0 0 0,0 0 0,0 0 0,0 0 0,1 1 0,-1-1 0,0 1 0,3-2 0,35-12 646,-27 10-460,53-18 311,1 3-1,0 3 1,1 3-1,0 2 1,1 4-1,102 2 1,-165 4-476,0 1 0,1 1 0,-1-1 0,0 1 0,0-1 0,1 2 1,-1-1-1,0 0 0,0 1 0,0 0 0,-1 0 0,1 1 0,0-1 0,-1 1 1,0 0-1,1 0 0,-1 1 0,0-1 0,-1 1 0,1 0 0,-1 0 0,1 0 1,-1 0-1,0 0 0,-1 1 0,1 0 0,-1-1 0,0 1 0,0 0 0,0 0 1,-1 0-1,0 0 0,0 1 0,0-1 0,0 0 0,-1 0 0,-1 10 0,0 25 371,-2 0-1,-2 0 1,-16 61-1,6-29 170,-3 3 321,-39 103-1,35-114-576,-18 46 283,-25 83 813,57-162-1172,1 0 1,1 1-1,2 0 1,-1 40-1,5-68-203,1 0 0,-1 0 0,0 0 0,1 1 0,0-1 0,0 0 0,0 0 0,1 0 0,-1 0 0,1 0 0,0-1 0,0 1 0,0 0 0,1-1 0,-1 1 0,1-1 0,0 0 0,0 0 0,0 0 0,0 0 0,0-1 0,1 1 0,-1-1 0,1 0 0,-1 0 0,9 3 0,6 1 168,1 0 1,0-2-1,0 0 0,34 2 0,-15-1-95,-22-3-81,101 19 152,-104-18-177,0 1 0,-1 1 0,1 0 0,-1 0 0,0 1 0,19 14 0,-28-19-9,-1 1 0,0-1 0,1 1 0,-1 0 0,0 0 0,0 0 0,0 1 0,0-1 0,-1 0 0,1 1 0,-1-1 0,1 1 0,-1-1 0,0 1 0,0 0 0,0-1 0,0 1 0,0 3 0,-1-3 0,0-1 0,0 1 0,-1-1 0,1 1 0,-1-1 0,0 1 0,1-1 0,-1 1 0,0-1 0,0 0 0,-1 0 0,1 1 0,0-1 0,-1 0 0,1 0 0,-4 3 0,-2 1 0,-1 1 0,0-1 0,0-1 0,0 1 0,-1-1 0,0-1 0,0 0 0,0 0 0,-11 3 0,-141 31 0,108-28 0,2 2 0,0 2 0,-84 36 0,130-48 0,-1 1 0,0 0 0,1 1 0,0-1 0,0 1 0,0 0 0,0 0 0,1 1 0,-1-1 0,1 1 0,0 0 0,1 0 0,-1 1 0,1-1 0,0 1 0,-2 5 0,2-3 0,1 0 0,1 1 0,-1-1 0,1 0 0,1 0 0,-1 1 0,2-1 0,-1 0 0,1 1 0,3 13 0,5 11 0,2-1 0,1-1 0,2 0 0,30 50 0,-31-56 0,66 126 0,-69-127 0,-1-1 0,-1 2 0,-1-1 0,6 45 0,-9-37 0,-1 0 0,-2 0 0,-1 0 0,-1 0 0,-11 57 0,9-75 0,-1 0 0,-1 0 0,0 0 0,0-1 0,-2 1 0,0-2 0,0 1 0,-1-1 0,0 0 0,-1 0 0,-1-1 0,0-1 0,0 1 0,-23 16 0,16-16 0,-1 0 0,0-1 0,-1-1 0,0 0 0,-1-2 0,-32 9 0,12-7 0,1-2 0,-58 3 0,50-8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26.8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208 4 9830,'-33'-1'604,"12"-1"-396,1 2-1,-1 0 1,-23 4 0,41-3-177,0-1 0,-1 1 0,1-1 0,0 1 0,0 0 0,-1 0 0,1 0 0,0 1 0,0-1 0,0 1 0,1 0 0,-1-1 0,0 1 0,1 1 0,-1-1 0,1 0 0,-1 1 0,1-1 0,0 1 0,0-1 0,0 1 0,1 0 0,-1 0 0,1 0 0,-2 5 0,2-4 18,1 1 1,0 0-1,1-1 0,-1 1 1,1-1-1,0 1 0,0-1 1,0 1-1,1-1 0,0 1 1,0-1-1,0 0 0,0 0 1,0 0-1,1 0 1,0-1-1,0 1 0,0-1 1,0 1-1,4 2 0,8 9 127,1-1 0,0-1 1,19 12-1,55 23 492,-71-39-511,-1 0 1,0 0-1,0 2 0,-1 0 1,-1 1-1,19 17 1,-32-26-116,-1-1 0,1 1 0,-1 0-1,0 0 1,1 0 0,-1 1 0,0-1 0,-1 0 0,1 1 0,-1-1-1,1 1 1,-1-1 0,0 1 0,0 0 0,-1-1 0,1 1 0,-1 0-1,0 0 1,0 0 0,-1 5 0,0-4 18,-1 0 0,0 0 0,0 0 1,0 0-1,0-1 0,-1 1 0,0-1 0,0 1 0,-1-1 1,1 0-1,-1 0 0,-7 6 0,-9 5 144,-1 0 0,0-2 0,-1 0 0,-44 17 0,35-18 55,-44 12 1,31-14-214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27.7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0 9830,'-3'1'69,"-1"-1"0,1 1 1,0 0-1,-1 0 0,1 0 0,0 1 0,0-1 1,0 1-1,0 0 0,0 0 0,0 0 0,1 0 0,-1 0 1,-4 5-1,-34 42 420,32-37-330,-2 3-30,1 0 0,0 1 0,1 0-1,1 0 1,1 1 0,0 0 0,-8 34 0,12-39-45,1 0-1,0 0 1,1 0 0,0 0 0,1 0-1,0 0 1,1 0 0,1 0 0,0 0-1,0-1 1,1 1 0,0 0-1,6 11 1,-7-19-41,1 1-1,0-1 1,0 0-1,1 1 0,-1-2 1,1 1-1,0 0 1,0-1-1,0 1 1,1-1-1,-1 0 1,1-1-1,-1 1 1,1-1-1,0 0 1,0 0-1,0 0 0,0-1 1,0 0-1,1 0 1,-1 0-1,0 0 1,1-1-1,-1 0 1,0 0-1,1-1 1,-1 1-1,0-1 1,0 0-1,0 0 1,1-1-1,-1 0 0,-1 0 1,1 0-1,0 0 1,9-7-1,28-38-175,-37 40 136,0 0 1,0 0-1,1 0 1,0 1-1,0 0 1,1 1-1,0-1 1,0 1-1,13-7 1,-19 12 11,0-1-1,1 1 1,-1 0 0,1-1 0,-1 1 0,0 0 0,1 0 0,-1 0 0,1 0-1,-1 0 1,0 0 0,1 1 0,-1-1 0,1 0 0,-1 1 0,0-1 0,1 1-1,-1-1 1,0 1 0,0 0 0,1 0 0,-1-1 0,0 1 0,0 0 0,2 2 0,27 36 292,-27-34-262,1 0 1,-1 0-1,1 0 0,0 0 0,0-1 1,7 6-1,-8-8-22,-1-1-1,1 0 1,0 0 0,-1 0-1,1 0 1,0 0-1,0-1 1,-1 1 0,1-1-1,0 0 1,0 0-1,0 0 1,0 0 0,-1 0-1,1-1 1,0 1-1,3-2 1,22-7 21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29.1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0 169 9830,'1'127'1384,"-1"-126"-1359,0 1 0,0-1 0,1 1 0,-1-1 0,0 1 0,0-1-1,1 1 1,-1-1 0,1 0 0,-1 1 0,1-1 0,0 0 0,0 1 0,-1-1-1,1 0 1,0 0 0,0 0 0,0 0 0,2 2 0,-2-3-10,-1 0 1,1 0-1,0 1 0,0-1 1,0 0-1,0 0 1,0 0-1,0 0 0,0 0 1,0 0-1,0 0 0,0 0 1,0 0-1,0-1 1,0 1-1,0 0 0,0-1 1,0 1-1,0-1 1,-1 1-1,2-1 0,5-4-8,-1 0-1,0 0 0,0 0 0,-1-1 1,1 0-1,3-6 0,32-43-68,-13 15 24,2 2 1,1 1 0,61-56-1,-91 92 56,0 0 0,0 0 0,-1 0 0,1 0 0,0 0 0,0 0 0,0 0 0,0 1 0,0-1 0,1 0 0,-1 1 0,0-1 0,0 1 0,0-1 0,0 1 0,1-1 0,-1 1 0,0 0 0,1 0 0,-1 0 0,0 0 0,0 0 0,1 0 0,-1 0 0,0 0 0,1 0 0,-1 0 0,0 1 0,0-1 0,1 1 0,-1-1 0,0 1 0,0-1 0,0 1 0,0-1 0,0 1 0,0 0 0,0 0 0,0 0 0,0 0 0,0 0 0,0 0 0,0 0 0,0 0 0,-1 0 0,1 0 0,0 0 0,-1 0 0,1 0 0,-1 1 0,0-1 0,1 2 0,3 10 97,-1 1 0,0-1 0,-1 1 1,1 17-1,-1-6 34,24 184 828,-20-178-718,-6-30-254,0-1 1,0 0-1,1 1 0,-1-1 0,0 1 0,0-1 0,0 0 1,1 1-1,-1-1 0,0 0 0,0 1 0,1-1 0,-1 0 1,0 0-1,1 1 0,-1-1 0,0 0 0,1 0 0,-1 1 1,0-1-1,1 0 0,-1 0 0,1 0 0,-1 0 0,0 0 1,1 0-1,-1 0 0,1 0 0,-1 1 0,1-1 0,-1-1 1,1 1-1,2-2-19,0 0 0,1 0 1,-1-1-1,0 1 1,-1-1-1,1 0 0,0 1 1,-1-2-1,0 1 0,4-5 1,-3 3-30,20-27 88,0 1-1,2 1 1,29-26-1,-48 49 8,1 1-1,0 0 1,0 1-1,0 0 0,1 0 1,0 0-1,0 1 0,0 0 1,0 1-1,1 0 0,-1 0 1,1 1-1,0 0 1,0 0-1,-1 1 0,1 0 1,0 1-1,0 0 0,11 1 1,-16 0-25,1-1 0,-1 2 1,1-1-1,-1 0 0,0 1 1,0 0-1,1 0 0,-1 0 1,-1 1-1,1-1 1,0 1-1,-1 0 0,1 0 1,-1 0-1,0 0 0,0 1 1,0-1-1,0 1 0,-1 0 1,1 0-1,-1 0 0,0 0 1,2 8-1,1 5 82,-1 1 0,-1 0 0,0 0 0,-1 33 0,-1-34-14,0 1 0,1-1 0,5 25 0,-6-40-76,0 0 0,0 1 0,0-1 0,0 0-1,0 0 1,0 0 0,1 0 0,-1 0 0,1 0 0,-1 0 0,1 0-1,0 0 1,-1-1 0,1 1 0,0-1 0,0 1 0,0-1-1,1 0 1,-1 0 0,0 0 0,0 0 0,1 0 0,-1 0-1,0-1 1,1 1 0,-1-1 0,1 0 0,-1 0 0,1 1 0,-1-2-1,0 1 1,1 0 0,-1 0 0,4-2 0,9-1 79,-1-1 1,0-1-1,0 0 0,20-10 1,-21 9-4,27-14 174,73-46 0,-99 57-336,0-1 1,-1-1-1,0 0 0,-1-1 1,0 0-1,-1-1 0,0 0 1,8-15-1,-10 4-55,-9 24 124,0 0 0,0-1 0,0 1 0,0 0 0,0 0 0,0-1 0,0 1 0,0 0 0,0 0 1,0-1-1,0 1 0,0 0 0,0 0 0,0 0 0,-1-1 0,1 1 0,0 0 0,0 0 1,0-1-1,0 1 0,0 0 0,-1 0 0,1 0 0,0 0 0,0-1 0,0 1 0,0 0 1,-1 0-1,1 0 0,0 0 0,0 0 0,-1 0 0,1 0 0,0-1 0,0 1 0,0 0 0,-1 0 1,1 0-1,0 0 0,0 0 0,-1 0 0,1 0 0,-2 1 13,0 0-1,0 0 0,0 0 1,0 0-1,1 0 0,-1 1 1,0-1-1,1 1 0,-1-1 1,1 1-1,-1-1 0,1 1 1,0 0-1,0-1 0,0 1 1,0 0-1,0 0 0,-1 2 1,-6 18 79,0 1 0,2 0 0,0 0 0,2 0 0,-3 38 0,4-14 125,7 88 1,-3-129-202,-1-1 0,1 0 0,0 0 0,0 0 0,1-1 0,0 1 0,-1 0 1,2 0-1,-1-1 0,0 1 0,1-1 0,4 6 0,13 9 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29.8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497 1 9830,'-17'0'202,"0"0"-1,-1 1 1,1 0-1,0 2 1,0 0 0,0 1-1,0 0 1,1 2-1,0 0 1,0 0-1,-23 14 1,16-5 12,-1 1 0,2 0 0,0 2 0,2 1 0,0 0 1,-30 38-1,39-41-77,0 0 1,1 0 0,1 1-1,1 1 1,0 0 0,1 0-1,1 0 1,1 0 0,0 1-1,-2 30 1,5-33-19,0 0-1,2 0 1,0 0-1,1 0 1,0 0-1,6 25 1,-5-36-71,-1 0 0,1 0 0,0 0 0,1 0-1,-1 0 1,1 0 0,0-1 0,0 1 0,0-1 0,1 0 0,0 0 0,0 0-1,0-1 1,0 1 0,0-1 0,1 0 0,-1 0 0,1 0 0,0-1 0,0 0-1,0 0 1,0 0 0,5 1 0,18 3 167,-1-1 0,1-1 1,0-2-1,32-1 0,112-12 685,-156 10-762,-1-1 0,1-1-1,-1 0 1,30-11 0,-39 11-146,0 0 0,0 0 0,-1-1 0,1 1 0,-1-1 0,1-1 1,-1 1-1,-1-1 0,1 1 0,-1-1 0,1-1 0,-1 1 0,-1 0 0,5-8 0,8-17-135,-3 4 114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30.5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 1 9830,'-4'6'114,"-1"0"1,1 0-1,1 0 0,-1 1 0,1-1 0,0 1 1,1 0-1,0 0 0,-3 14 0,-8 20 223,10-32-257,-3 5 63,0 0-1,1 1 1,1 0 0,-4 23 0,8-35-115,0 0 0,-1 0 1,1 0-1,0 0 0,0 0 0,1 0 0,-1 0 0,1 0 0,-1 0 0,1 0 1,0 0-1,0 0 0,0 0 0,1 0 0,-1-1 0,1 1 0,-1-1 0,1 1 1,0-1-1,0 1 0,0-1 0,0 0 0,0 0 0,1 0 0,-1 0 0,1-1 0,-1 1 1,1-1-1,4 3 0,3-1 60,1 0 0,0 0 0,0-1 0,0-1 0,0 1 0,0-2 0,1 0 0,-1 0 0,0-1 1,0 0-1,0-1 0,0 0 0,0-1 0,0 0 0,-1-1 0,19-8 0,-14 4-89,0 1 0,-1-2 0,1 0 0,-2 0 0,1-2 0,-1 1 1,-1-2-1,0 0 0,-1 0 0,16-23 0,-24 31 7,0 0 1,-1 0-1,0 0 0,0-1 1,0 1-1,-1-1 0,1 0 1,-1 1-1,0-1 0,0 0 1,-1 0-1,1-5 0,-5-14 27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33.7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77 9830,'0'202'2148,"1"-213"-2166,0 0 0,1 0 0,0-1 0,1 1 0,0 1 0,1-1 0,0 0 0,1 1 0,5-10 0,-6 12 33,0 1 0,1-1 0,0 1 0,0 0 0,1 1 0,0-1 0,0 1-1,1 0 1,-1 1 0,1 0 0,0 0 0,10-5 0,-16 9 0,1 0 1,-1 1-1,0-1 0,1 1 1,-1-1-1,0 1 1,1 0-1,-1-1 0,1 1 1,-1 0-1,0 0 0,1 0 1,-1 0-1,1 0 0,-1 1 1,1-1-1,-1 0 1,0 1-1,1-1 0,-1 1 1,0-1-1,1 1 0,-1 0 1,0-1-1,0 1 1,1 0-1,-1 0 0,0 0 1,0 0-1,0 0 0,0 0 1,0 0-1,0 0 0,-1 0 1,1 1-1,1 1 1,2 7 66,0-1 1,0 1 0,-1 0 0,2 17 0,-4-21-17,1 1 0,-1 0 0,1-1 1,0 1-1,1-1 0,3 8 0,-4-13-44,-1 0 0,0 0-1,0 1 1,1-2 0,-1 1-1,0 0 1,1 0 0,-1 0-1,1-1 1,-1 1 0,1 0-1,0-1 1,-1 0 0,1 1-1,-1-1 1,1 0 0,0 0-1,-1 0 1,1 0 0,0 0-1,-1 0 1,1 0 0,0-1-1,-1 1 1,1-1 0,-1 1-1,3-2 1,45-23 390,-41 20-327,11-6 85,0 2 0,1 0-1,0 1 1,0 0-1,28-5 1,-37 11-97,0-1-1,1 2 1,-1 0-1,1 0 1,-1 1-1,1 0 1,-1 1-1,1 1 1,-1-1 0,0 2-1,19 6 1,-25-7-26,-1 1 1,1 0 0,-1 1-1,0-1 1,0 1 0,0 0-1,-1 0 1,1 0 0,-1 0-1,0 1 1,0-1 0,-1 1 0,1 0-1,-1 0 1,0 0 0,0 0-1,-1 0 1,1 0 0,0 9-1,0-7 13,0 0-1,0 0 0,1 0 0,-1 0 0,1-1 0,1 1 1,0-1-1,7 10 0,-10-15-40,0 0-1,-1 0 1,1-1 0,0 1-1,0-1 1,0 1 0,0 0-1,0-1 1,0 0 0,0 1-1,0-1 1,0 0 0,0 1-1,0-1 1,1 0 0,-1 0-1,0 0 1,0 0 0,0 0 0,0 0-1,0 0 1,0-1 0,0 1-1,0 0 1,0-1 0,0 1-1,0 0 1,0-1 0,0 1-1,0-1 1,0 0 0,0 1-1,0-1 1,0 0 0,0 1-1,-1-1 1,1 0 0,1-1-1,31-42 18,-24 31-134,7-10 112,-5 7 65,1 0-1,0 1 1,26-24 0,-37 38-69,0 0 0,0 0-1,0 0 1,0 0 0,0 1 0,0-1-1,0 0 1,0 1 0,0-1 0,0 0-1,0 1 1,1-1 0,-1 1 0,0 0-1,0-1 1,1 1 0,-1 0 0,0 0 0,0 0-1,1 0 1,-1 0 0,0 0 0,0 0-1,1 0 1,-1 1 0,0-1 0,0 0-1,1 1 1,-1-1 0,0 1 0,0-1-1,0 1 1,0 0 0,0-1 0,0 1-1,0 0 1,0 0 0,0 0 0,0 0 0,0-1-1,0 1 1,-1 1 0,1-1 0,0 0-1,-1 0 1,1 0 0,-1 0 0,1 0-1,-1 1 1,1-1 0,-1 2 0,4 8 58,-1 1 0,-1 0 0,0 0 0,1 14 0,-3-24-59,7 136 637,-15 185 1,7-293-529,-2 1 0,-1-1 1,-15 56-1,14-76 5,1-13-154,1-19-232,4 0 93,1-1-1,0 0 1,2 1-1,1 0 1,0 0-1,2 0 1,1 1-1,12-26 1,16-23-437,46-67 1,-43 75 410,-23 35 116,96-145-749,-98 154 827,0 1 1,1 0-1,1 1 0,0 0 0,1 2 0,34-24 1,-48 37 13,-1-1 1,1 1 0,-1-1 0,1 1 0,-1 0 0,1 0 0,0 0 0,0 0 0,-1 0 0,1 1 0,0-1 0,0 1 0,0 0 0,0 0 0,0 0 0,0 0 0,0 0 0,-1 1 0,1-1 0,0 1 0,5 2-1,-6-2 5,1 1 0,-1 1-1,0-1 1,1 0 0,-1 0-1,0 1 1,0-1 0,0 1-1,-1 0 1,1-1-1,-1 1 1,1 0 0,-1 0-1,0 0 1,0 0 0,0 0-1,0 1 1,0 5 0,0 0 21,0 1 0,-1 0 0,0-1 0,-1 1 0,0-1 0,0 1 0,-1-1 0,0 1 0,-1-1 0,0 0 0,0 0 0,-1 0 0,0 0 1,-1-1-1,0 1 0,0-1 0,-1-1 0,0 1 0,0-1 0,-1 0 0,0 0 0,-12 9 0,-6 4 137,25-20-169,1 0-1,-1 0 1,0 0-1,0 0 0,1 0 1,-1 0-1,0 1 0,0-1 1,0 0-1,1 0 0,-1 0 1,0 0-1,0 0 1,1 0-1,-1 0 0,0 1 1,0-1-1,0 0 0,0 0 1,1 0-1,-1 0 0,0 1 1,0-1-1,0 0 1,0 0-1,0 0 0,1 1 1,-1-1-1,0 0 0,0 0 1,0 1-1,0-1 0,0 0 1,0 0-1,0 0 1,0 1-1,0-1 0,0 0 1,0 0-1,0 1 0,0-1 1,0 0-1,0 0 0,0 1 1,0-1-1,0 0 1,-1 0-1,1 0 0,0 1 1,0-1-1,0 0 0,0 0 1,0 0-1,-1 1 0,1-1 1,0 0-1,0 0 1,0 0-1,0 0 0,-1 1 1,1-1-1,0 0 0,0 0 1,-1 0-1,1 0 0,0 0 1,0 0-1,-1 0 1,22-3 214,4-6-273,0-2 0,-1-1-1,0 0 1,43-32 0,-37 23 94,62-30 0,-91 50-35,0 1 1,0-1-1,0 1 1,0-1-1,0 1 1,0 0-1,0 0 1,0-1-1,0 1 1,0 0-1,0 0 1,0 0-1,0 0 1,0 0-1,0 0 1,0 0-1,0 1 1,0-1-1,0 0 1,0 0-1,0 1 1,0-1-1,0 1 1,0-1-1,0 1 1,-1-1-1,1 1 1,0 0-1,0-1 1,0 1-1,-1 0 1,1 0 0,0-1-1,-1 1 1,1 0-1,-1 0 1,1 0-1,-1 0 1,1 0-1,-1 0 1,0 0-1,1 0 1,-1 0-1,0 0 1,0 0-1,0 0 1,0 0-1,0 0 1,0 0-1,0 1 1,1 11 41,-1-1-1,0 0 1,-4 19 0,3-16 2,-1 1-3,0 0 14,1 1 1,0-1-1,4 29 1,-3-43-53,-1 0-1,2 0 1,-1 0 0,0-1-1,0 1 1,1 0 0,-1 0-1,1-1 1,-1 1 0,1 0-1,0-1 1,-1 1 0,1 0-1,0-1 1,0 1 0,0-1-1,0 0 1,1 1 0,-1-1 0,0 0-1,1 0 1,-1 1 0,0-1-1,1 0 1,-1 0 0,1-1-1,0 1 1,-1 0 0,1 0-1,0-1 1,-1 1 0,1-1-1,0 0 1,0 1 0,0-1-1,-1 0 1,1 0 0,0 0-1,0 0 1,0-1 0,-1 1 0,4-1-1,-1-1-29,0 1 0,0-1 0,-1-1 0,1 1 0,-1 0 0,1-1 0,-1 0 0,0 1 0,0-1 0,0-1 0,-1 1 0,1 0 0,-1-1 0,0 1 0,1-1-1,-1 0 1,-1 1 0,1-1 0,-1 0 0,1 0 0,0-7 0,3-9-114,-1-1 0,2-40 0,-5 52 81,-1-1 22,0 1 0,1-1 0,1 1-1,0-1 1,5-15 0,-6 23 41,0 0 0,0 0 0,0 0 0,0 0 0,1 0 0,-1 0 0,1 0 0,-1 0 0,1 1 0,0-1 0,-1 0 0,1 1 0,0 0 0,0-1 0,0 1 0,0 0 0,1 0 0,-1 0 0,0 0 0,0 1 0,0-1 0,1 0 0,-1 1 0,0 0 0,1-1 0,-1 1 0,1 0 0,4 1 0,0 0 18,1 1-1,0-1 1,0 2-1,-1-1 1,0 1-1,1 0 1,-1 1-1,0-1 1,0 2-1,-1-1 1,1 1-1,-1 0 1,0 0-1,-1 0 1,1 1-1,-1 0 1,0 0-1,4 7 1,1 0 9,-2 1-1,0 0 1,0 0 0,-2 1 0,0-1-1,0 2 1,-1-1 0,2 17 0,2 94 304,-9-126-340,0 0-1,0 0 1,1 0 0,-1-1 0,0 1 0,0 0-1,0 0 1,1 0 0,-1-1 0,0 1 0,0 0-1,1 0 1,-1 0 0,0 0 0,0 0 0,1 0-1,-1 0 1,0-1 0,0 1 0,1 0 0,-1 0-1,0 0 1,0 0 0,1 0 0,-1 0 0,0 0-1,1 0 1,-1 1 0,0-1 0,0 0 0,1 0-1,-1 0 1,0 0 0,0 0 0,1 0 0,-1 0-1,0 1 1,0-1 0,1 0 0,-1 0 0,0 0-1,0 0 1,0 1 0,0-1 0,1 0-1,-1 0 1,0 1 0,0-1 0,0 0 0,0 0-1,0 1 1,0-1 0,1 0 0,-1 0 0,0 1-1,0-1 1,0 0 0,0 0 0,0 1 0,0-1-1,0 0 1,0 1 0,0-1 0,-1 0 0,17-24-288,-14 20 252,107-172-1044,-94 154 1015,2 1 0,0 1-1,2 0 1,0 2 0,38-29-1,-56 46 75,0 0-1,0 0 0,0 0 1,0 0-1,0 0 0,0 0 1,0 0-1,0 1 0,1-1 1,-1 1-1,0-1 0,1 1 0,-1-1 1,0 1-1,1 0 0,-1-1 1,1 1-1,-1 0 0,0 0 1,1 0-1,-1 0 0,1 1 1,-1-1-1,0 0 0,1 0 0,-1 1 1,1-1-1,-1 1 0,0-1 1,0 1-1,1 0 0,-1-1 1,0 1-1,0 0 0,0 0 1,0 0-1,0 0 0,0 0 0,0 0 1,0 0-1,0 0 0,1 2 1,2 6 32,-1 0 1,1 0-1,-2 0 1,1 0-1,1 15 0,4 11 56,-7-32-83,0 0-1,0-1 0,0 1 0,1-1 0,-1 1 0,1-1 0,-1 1 0,1-1 0,0 0 1,0 0-1,0 0 0,0 0 0,0 0 0,0 0 0,1-1 0,-1 1 0,0-1 0,1 1 1,0-1-1,-1 0 0,1 0 0,0 0 0,-1 0 0,1-1 0,0 1 0,0-1 0,0 1 1,5-1-1,5-2 42,0 1 1,1-2-1,-1 0 1,0-1-1,14-5 1,23-6 128,-26 10-117,-1 2 1,0 0-1,1 2 0,-1 0 1,1 2-1,-1 0 0,1 2 0,26 6 1,-33-5-9,76 12 197,-85-15-228,0 0 0,0-1 0,0 0-1,0 0 1,-1-1 0,1 0 0,0-1 0,0 1 0,7-4 0,-14 5-20,1-1 1,-1 1 0,0-1-1,0 1 1,0-1 0,0 0-1,0 1 1,0-1 0,0 0-1,0 0 1,0 0 0,-1 1-1,1-1 1,0 0 0,0 0-1,-1 0 1,1 0 0,-1-1-1,1 1 1,-1 0 0,1 0 0,-1 0-1,0 0 1,1 0 0,-1-2-1,0 2 1,-1 0-1,1 1 1,0-1 0,0 0-1,-1 1 1,1-1 0,-1 0-1,1 1 1,-1-1-1,1 1 1,-1-1 0,1 0-1,-1 1 1,1 0 0,-1-1-1,1 1 1,-1-1-1,0 1 1,1 0 0,-1-1-1,0 1 1,0 0-1,1 0 1,-1-1 0,0 1-1,0 0 1,1 0 0,-1 0-1,0 0 1,0 0-1,1 0 1,-1 0 0,0 0-1,0 0 1,1 0 0,-1 1-1,0-1 1,1 0-1,-2 1 1,-4 1 13,0 1 0,0-1 0,0 1 0,1 0 0,-1 1 0,1 0 0,0-1 0,0 2 0,0-1 0,0 0 0,1 1 0,0 0 0,0 0 0,0 0 0,0 1 0,1-1 0,0 1 0,-2 6 0,3-9-9,0 1 1,1-1-1,-1 0 0,1 1 1,0-1-1,0 1 1,0-1-1,1 1 1,-1 0-1,1-1 1,0 1-1,0 0 1,0-1-1,0 1 1,1-1-1,0 1 1,-1 0-1,1-1 0,0 1 1,1-1-1,-1 0 1,1 1-1,-1-1 1,1 0-1,0 0 1,0 0-1,1 0 1,-1 0-1,0 0 1,1-1-1,0 1 1,-1-1-1,7 4 0,0-2 34,1 0-1,0 0 0,0-1 1,0 0-1,0-1 0,1 0 0,-1-1 1,1 0-1,-1 0 0,1-1 0,14-2 1,18-3 111,58-14 0,-101 19-156,236-59 587,-227 57-580,-1-1 0,1 0 0,-1-1 0,0 1 1,0-2-1,0 1 0,-1-1 0,1 0 0,-1-1 0,0 0 0,-1 0 0,1 0 0,-1-1 0,7-9 0,1-8-52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34.1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 9830,'-2'185'2048,"5"199"0,-2-376-1996,0-1 1,0 0-1,0 0 1,1 0-1,0 0 1,0 0-1,4 8 1,-5-13-32,0 0 1,0-1-1,0 1 1,0 0 0,0-1-1,0 1 1,1-1-1,-1 0 1,0 1 0,1-1-1,-1 0 1,1 0 0,0 0-1,-1 0 1,1 0-1,0 0 1,-1 0 0,1-1-1,0 1 1,0-1-1,0 1 1,0-1 0,-1 0-1,1 1 1,0-1-1,0 0 1,0 0 0,0 0-1,0-1 1,0 1-1,3-1 1,17-6 345,-1-1 0,29-15 0,-12 5-46,18-6-219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34.6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254 26 9830,'0'-1'14,"0"0"0,0 0 0,0-1 0,0 1 0,0 0 0,-1 0 0,1 0 1,0 0-1,-1 0 0,1 0 0,-1 0 0,1 0 0,-1 0 0,1 1 0,-1-1 0,0 0 0,0 0 0,1 0 0,-1 1 0,0-1 0,0 0 0,0 1 0,0-1 0,0 1 0,0-1 1,0 1-1,0-1 0,0 1 0,0 0 0,0-1 0,0 1 0,0 0 0,-2 0 0,1-1 17,0 1-1,0 0 1,1 0 0,-1 0 0,0 1-1,0-1 1,0 0 0,0 1-1,1-1 1,-1 1 0,0-1 0,1 1-1,-1 0 1,0 0 0,1 0-1,-1 0 1,1 0 0,-1 0 0,-1 2-1,-5 7 88,1 0 1,0 0-1,1 1 0,0 0 0,1 0 0,0 0 0,1 1 0,0 0 0,-3 15 1,1 9 328,-2 65 0,4-39-65,4-56-334,-1 0 1,0 0-1,0 0 0,-1 0 0,0 0 1,0 0-1,0-1 0,0 1 1,-1-1-1,0 1 0,0-1 1,-1 0-1,1 0 0,-1 0 1,0-1-1,-1 0 0,1 1 1,-1-1-1,1-1 0,-1 1 1,0-1-1,-1 0 0,-6 4 1,-21 6-4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36.6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96 9830,'13'-2'231,"0"1"1,0-2-1,-1 1 1,0-2-1,1 1 0,18-10 1,16-4 192,3 3 23,1 2 0,60-6 0,-80 14-211,0 2 0,0 2 0,-1 1 0,62 9 0,-85-9-184,0 1-1,0-1 1,-1 2-1,1-1 1,0 1-1,-1 0 1,1 0-1,-1 1 1,0 0-1,0 0 1,-1 0-1,1 1 1,-1 0-1,0 0 0,8 10 1,-8-7 31,0 1-1,0 0 1,-1 0 0,-1 0-1,1 1 1,-1-1-1,-1 1 1,0 0 0,0 0-1,0 16 1,-1 33 324,-2-1-1,-3 0 1,-2 0-1,-3-1 0,-2 1 1,-3-2-1,-2 0 1,-3-1-1,-33 69 1,50-121-375,1-1-1,0 1 1,-1 0 0,1 0-1,0 0 1,0 0 0,0 0 0,1 0-1,-1 0 1,1 0 0,0 0-1,0 0 1,0 0 0,0 0-1,0 0 1,1 4 0,1-5 2,-1 0 0,1 0 0,-1-1 0,1 1 0,0-1 0,-1 0 0,1 1-1,0-1 1,0 0 0,0 0 0,0 0 0,0 0 0,0-1 0,0 1 0,0 0 0,0-1 0,1 1 0,-1-1 0,0 0 0,0 0 0,0 0 0,4 0 0,56-2 374,-42 0-275,0 1 1,0 1-1,0 1 1,26 4 0,-42-5-104,-1 1 0,1 0 1,-1 0-1,1 0 0,0 1 1,-1-1-1,0 1 1,1 0-1,-1 0 0,0 0 1,0 0-1,0 0 0,0 1 1,0-1-1,-1 1 1,1 0-1,-1 0 0,0 0 1,0 0-1,0 0 1,0 1-1,0-1 0,-1 0 1,1 1-1,-1-1 0,0 1 1,0 0-1,0 3 1,-1-2 19,0 0 0,0-1 0,-1 1 0,1 0 1,-1-1-1,0 1 0,-1-1 0,1 1 1,-1-1-1,1 0 0,-2 1 0,1-1 0,0 0 1,-1 0-1,1-1 0,-1 1 0,0 0 1,-1-1-1,-6 6 0,-4 3 129,-1 0 1,0-1-1,-25 14 0,-9 1 9,33-19-80,0 1-1,1 1 0,0 1 0,-14 11 1,24-16-88,0-1-1,1 1 1,0 0 0,0 1 0,0-1 0,0 1 0,1-1 0,0 1-1,0 0 1,0 1 0,1-1 0,0 0 0,0 1 0,-1 10 0,0 10-20,1-1 0,1 1 0,2-1 0,7 50 0,31 104 0,-22-112 0,10 85 0,-18 275 0,-11-295 0,2-119 0,0 14 0,-1-1 0,-1 1 0,-8 36 0,9-58 0,0 0 0,-1-1 0,0 1 0,1-1 0,-2 1 0,1-1 0,-1 0 0,0 1 0,0-1 0,0-1 0,-1 1 0,1 0 0,-1-1 0,0 0 0,-1 0 0,1 0 0,-1-1 0,1 1 0,-1-1 0,0 0 0,-1 0 0,-6 2 0,-16 1 0,0-1 0,-1-2 0,1-1 0,0-1 0,-52-5 0,-21 1 0,-133 20 0,131-7 0,38-5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37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718 2 9830,'-93'-1'1356,"-108"3"79,175 0-1271,0 2 0,0 0 1,1 2-1,0 0 0,-38 16 0,57-19-120,-1 0 0,1 0 0,0 0-1,1 1 1,-1-1 0,1 2 0,-1-1 0,1 0 0,0 1 0,1 0-1,-1 0 1,1 1 0,0-1 0,0 1 0,1 0 0,0 0 0,0 0-1,0 0 1,-1 7 0,2-5 20,1-1 0,0 0-1,1 1 1,-1-1 0,1 0 0,1 1-1,0-1 1,0 1 0,0-1 0,1 0-1,0 0 1,0 0 0,1 0 0,0 0-1,0 0 1,0-1 0,7 9 0,-1-3 49,1 0 1,1-1-1,0 0 1,0-1 0,1 0-1,1-1 1,-1 0-1,2-1 1,13 7 0,-10-6 86,0 2 0,-1-1 1,0 2-1,27 25 0,-40-34-167,-1-1 0,1 0 0,-1 1 0,0-1 0,0 1 0,0 0 0,0 0 0,0 0 0,-1 0 0,1 0 0,-1 0 0,0 0 0,0 0 0,0 1 0,0-1 0,0 0 0,-1 1 0,0-1 0,1 0 0,-1 1 0,-1-1 0,1 1 0,0-1 0,-1 0 0,0 1 0,1-1 0,-2 0 0,1 0 0,0 1 0,0-1 0,-1 0 0,0 0 0,1 0 0,-1-1 0,0 1 0,-1 0 0,1-1 0,0 1 0,-1-1 0,1 0 0,-6 4 0,-11 7 168,0-1 0,0-1 1,-1-1-1,-42 16 0,58-25-185,-17 8 226,-1-1 0,-1-1 0,-40 7 0,58-13-225,1 0 0,-1-1 0,1 1 0,-1-1 0,1 0 0,-1 0 0,0-1 0,1 1 0,-1-1 0,1 0 0,-1 0 0,1 0 0,0-1 0,-1 0 0,1 1 0,0-2 0,0 1 0,0 0 0,0-1 0,1 0 0,-1 0 0,1 0 0,0 0 0,-1 0 0,1-1 0,-3-4 0,-6-20-50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39.4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141 1 9830,'-15'15'184,"2"1"1,-1 1-1,2 0 1,0 1-1,1 0 0,1 1 1,1 0-1,1 1 0,0 0 1,1 0-1,2 0 0,0 1 1,1 0-1,1 0 1,0 0-1,2 0 0,1 0 1,4 35-1,-4-52-148,0-1 0,1 1 0,-1-1 1,1 0-1,0 1 0,0-1 0,0 0 0,1 0 0,-1 0 1,1 0-1,0 0 0,-1 0 0,2 0 0,-1 0 0,4 4 0,-4-6-14,0 0 1,0 1-1,0-1 0,0 0 0,1 0 0,-1-1 0,0 1 0,0 0 0,1-1 0,-1 1 0,0-1 0,1 0 1,-1 0-1,0 0 0,1 0 0,-1 0 0,0 0 0,1-1 0,-1 1 0,0-1 0,1 0 0,-1 0 0,0 1 1,3-3-1,8-5-56,0 0 0,0 0 0,-1-1 0,-1-1 1,1 0-1,-2-1 0,1 0 0,10-15 0,7-6-46,-27 31 81,0-1 0,1 0-1,-1 0 1,1 1 0,-1-1 0,1 1 0,0-1 0,-1 1 0,1 0-1,0-1 1,0 1 0,0 0 0,0 0 0,0 1 0,0-1 0,0 0 0,0 1-1,1-1 1,-1 1 0,0 0 0,0-1 0,1 1 0,-1 0 0,3 1-1,-1 1 40,0 0-1,0 0 1,0 1-1,0-1 1,0 1-1,-1 0 0,1 0 1,-1 0-1,1 1 1,2 3-1,-4-4-10,0-1-1,1 1 1,-1-1 0,1 0-1,0 0 1,-1 0-1,1 0 1,0 0 0,0-1-1,1 1 1,-1-1-1,0 0 1,0 0 0,1 0-1,4 0 1,-2-1 35,1 0 0,0 0-1,-1-1 1,1 0 0,-1 0 0,13-5 0,14 4 209,-32 3-261,1-1 0,-1 0 1,1 1-1,-1-1 0,1 0 0,-1 0 0,1 0 1,-1 0-1,1 0 0,-1-1 0,1 1 0,-1 0 0,1-1 1,-1 1-1,1-1 0,-1 1 0,0-1 0,1 0 1,-1 0-1,0 0 0,1 1 0,-1-1 0,0 0 1,0-1-1,0 1 0,0 0 0,0 0 0,0 0 0,0-1 1,0 1-1,-1 0 0,2-2 0,11-25-201,29-41 0,-36 60 217,1 1 0,-1 0-1,1 0 1,1 0 0,-1 1 0,1 0 0,1 0 0,12-7 0,-20 13-17,1 0 1,-1 0-1,0 1 1,1-1 0,0 0-1,-1 1 1,1-1 0,-1 1-1,1-1 1,0 1 0,-1 0-1,1-1 1,0 1-1,-1 0 1,1 0 0,0 1-1,0-1 1,-1 0 0,1 0-1,0 1 1,-1-1 0,1 1-1,-1-1 1,1 1 0,-1 0-1,1 0 1,-1 0-1,1 0 1,1 1 0,1 2 32,-1 1 1,0-1-1,0 1 0,0 0 1,-1-1-1,0 1 1,3 7-1,-3-7-7,-2-4-24,1 1 0,-1-1 0,1 0-1,-1 0 1,1 0 0,0 0 0,-1 0 0,1 0-1,0 0 1,0-1 0,-1 1 0,1 0 0,0 0-1,0 0 1,0-1 0,0 1 0,0-1 0,0 1-1,0-1 1,0 1 0,1-1 0,-1 1 0,0-1 0,0 0-1,0 0 1,0 1 0,1-1 0,-1 0 0,0 0-1,0 0 1,0-1 0,0 1 0,1 0 0,-1 0-1,0-1 1,0 1 0,0 0 0,0-1 0,2 0-1,5-3-54,0-1 0,0 0 0,-1 0 0,10-8 1,-12 9 18,35-31-144,-19 15 263,37-26-1,-52 42-66,0 1 1,0-1-1,0 1 1,0 0-1,1 1 0,-1-1 1,1 1-1,-1 0 0,1 1 1,0 0-1,13-1 0,-18 2-13,1 1 0,0-1 0,0 1 0,-1 0 0,1-1 0,-1 2 0,1-1 0,-1 0 0,1 0 0,-1 1 0,0-1 0,1 1 0,-1 0 0,0-1-1,0 1 1,0 0 0,0 0 0,-1 1 0,1-1 0,0 0 0,-1 1 0,0-1 0,1 0 0,-1 1 0,0 0 0,0-1 0,-1 1 0,1 0 0,-1-1 0,1 5-1,2 12 111,-1-1 0,0 1 0,-2 27-1,-1-29-18,1 33 253,11 83 0,-8-115-296,1 0 0,0 0 0,1 0 0,1-1 1,1 1-1,1-2 0,18 32 0,-21-41-20,0-1 0,0 1 0,1-1 1,0-1-1,0 1 0,1-1 1,0 0-1,-1 0 0,2-1 1,-1 0-1,0 0 0,1-1 1,0 0-1,0 0 0,0-1 0,0 0 1,0 0-1,0-1 0,0 0 1,1 0-1,-1-1 0,0 0 1,0-1-1,1 1 0,-1-2 1,10-2-1,5-1-30,0-2 1,0 0-1,0-2 1,-1 0-1,0-2 1,-1 0-1,36-26 1,-45 28-78,26-19-60,41-38 0,-71 59 82,0-1 0,0-1 0,0 0 1,-1 0-1,-1 0 0,0-1 0,0 1 0,0-2 0,-2 1 0,7-18 0,-10 26 39,0 0-1,-1 1 0,1-1 1,-1 0-1,0 0 1,1 0-1,-1 1 0,0-1 1,0 0-1,0 0 1,0 0-1,0 0 1,0 1-1,-1-1 0,1 0 1,-1 0-1,1 1 1,-1-1-1,0 0 0,0 0 1,1 1-1,-1-1 1,0 1-1,-2-3 1,1 3 11,0 1 1,1 0 0,-1 0 0,0-1 0,1 1-1,-1 0 1,0 0 0,1 0 0,-1 1 0,0-1 0,1 0-1,-1 1 1,0-1 0,1 1 0,-1-1 0,1 1-1,-1 0 1,1 0 0,-1 0 0,1 0 0,0 0-1,-1 0 1,1 0 0,0 0 0,0 0 0,-2 3 0,-10 8 49,1 1 1,0 1 0,1 0 0,-15 24-1,21-31-35,0 1 0,1 0 0,0 1-1,1-1 1,0 1 0,0-1-1,1 1 1,0 0 0,0 0-1,0 16 1,2-22-14,1 0-1,0 0 1,-1 0 0,1 0-1,0 0 1,1 0 0,-1-1-1,0 1 1,1 0-1,-1-1 1,1 1 0,0-1-1,0 1 1,0-1 0,0 0-1,1 0 1,-1 0 0,0 0-1,1 0 1,-1-1-1,1 1 1,0-1 0,0 1-1,-1-1 1,1 0 0,0 0-1,0-1 1,0 1 0,5 0-1,25 5 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0.1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25 9830,'0'-1'13,"0"0"0,0 0 1,0 0-1,-1 0 0,1 0 0,0 0 0,0 0 0,-1 0 0,1 0 1,0 0-1,-1 0 0,1 0 0,-1 0 0,0 0 0,1 1 0,-1-1 1,1 0-1,-1 0 0,0 1 0,0-1 0,0 0 0,1 1 0,-1-1 1,0 0-1,0 1 0,0-1 0,0 1 0,0 0 0,0-1 0,0 1 1,0 0-1,0 0 0,0-1 0,0 1 0,-1 0 0,-1 0 25,1 0-1,0 0 1,0 0-1,-1 0 1,1 1-1,0-1 1,0 1-1,0-1 1,0 1 0,-1 0-1,1 0 1,0 0-1,0 0 1,1 0-1,-1 0 1,-2 2-1,-3 5 49,0-1 0,1 1-1,0 0 1,0 0 0,1 1-1,0 0 1,1 0 0,0 0-1,0 0 1,1 1 0,0 0-1,1-1 1,0 1 0,-2 19-1,4-21-23,0-1-1,0 1 0,0-1 0,1 0 0,0 1 1,1-1-1,-1 0 0,1 0 0,1 1 0,-1-2 1,1 1-1,1 0 0,-1-1 0,1 1 1,0-1-1,1 0 0,-1 0 0,1-1 0,0 1 1,11 8-1,-2-5 94,1 0 0,1 0 0,-1-2 0,1 1 0,1-2-1,-1-1 1,1 0 0,0-1 0,0 0 0,21 1 0,26-1 566,94-5-1,-80-2-221,-39 3-367,-1 1 199,0-3 0,0 0 0,48-11 0,-76 11-312,0 0 0,-1-1 1,1-1-1,-1 0 0,1 0 0,-1 0 0,0-1 0,-1-1 1,1 0-1,-1 0 0,-1 0 0,1-1 0,-1 0 0,0 0 1,0-1-1,-1 0 0,6-10 0,8-21-45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3.4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218 305 9830,'0'-1'14,"-1"0"-1,1 0 1,0 0-1,0 0 1,-1 0-1,1 0 1,-1 0-1,1 0 1,-1 0-1,0 0 1,1 0-1,-1 0 1,0 1-1,0-1 1,1 0-1,-1 0 1,0 1-1,0-1 1,0 0-1,0 1 1,0-1-1,0 1 1,0-1-1,0 1 1,0-1-1,0 1 1,0 0-1,0 0 1,0 0-1,-1-1 1,1 1-1,0 0 1,0 0-1,0 1 1,0-1-1,0 0 1,0 0-1,0 0 1,-1 1-1,1-1 1,-1 1-1,-48 14 720,40-9-639,0 1 1,0 0-1,1 1 1,-1 0-1,2 0 0,-1 1 1,1 0-1,1 0 1,-8 14-1,10-18-36,1 1 0,1 0 0,-1 0 0,1 1 0,0-1 0,1 1 0,-1-1 0,1 1 0,0 0 0,1 0 0,0 0 0,0 0 0,1 0 0,-1 0 0,2 0 0,1 13 0,-1-16-21,1-1-1,-1 0 1,1 1-1,0-1 1,1 0 0,-1 0-1,0 0 1,1-1-1,0 1 1,-1-1 0,1 1-1,0-1 1,0 0-1,1 0 1,-1 0-1,0 0 1,1-1 0,-1 0-1,1 1 1,-1-1-1,1 0 1,0-1 0,7 2-1,-1-1 76,1 0-1,0 0 0,0-1 0,0-1 1,0 0-1,21-4 0,-25 3-101,0 0-1,-1 0 0,1-1 1,-1 1-1,0-1 0,0-1 1,0 1-1,0-1 0,0 0 1,-1-1-1,0 1 0,0-1 1,0 0-1,0 0 0,-1 0 1,0-1-1,0 0 1,-1 0-1,1 0 0,4-12 1,-1-4-81,-1-1 0,-1 1 0,-2-1 0,3-43 1,-6 62 69,1-2 10,-1 0 0,1 0-1,0 0 1,0 1 0,1-1 0,3-9-1,-5 15 2,0-1 0,1 1 0,-1-1 0,1 1 0,-1-1 0,0 1 0,1-1 0,-1 1 0,1-1 0,-1 1 0,1-1 0,-1 1 1,1 0-1,-1-1 0,1 1 0,-1 0 0,1-1 0,0 1 0,-1 0 0,1 0 0,0 0 0,-1 0 0,1-1 0,0 1 0,1 1 8,-1-1 0,1 1-1,-1-1 1,1 1 0,-1-1 0,1 1 0,-1 0 0,0 0 0,1 0 0,-1 0 0,0 0 0,0 0 0,0 0 0,2 2 0,7 10 73,-1-1 0,0 1 1,-2 1-1,1 0 0,-1 0 1,-1 0-1,-1 1 0,0 0 1,-1 0-1,0 0 0,-1 0 1,-1 1-1,-1 0 0,0 25 1,3-33 176,4-17-273,10-27-262,-13 27 260,8-18-94,-1 0-17,27-40 0,-37 62 135,1 1 0,0-1 0,1 1 0,-1 0 0,1 0 0,0 0 0,0 1 0,0-1 0,1 1 0,-1 0 0,1 0 0,-1 0 0,1 1 0,0 0-1,9-3 1,-12 5 0,0 0 0,1 0 0,-1 0 0,1 0 0,-1 1 0,0-1 0,1 1 0,-1 0 0,0 0 0,0-1 0,0 2 0,1-1 0,-1 0 0,0 0 0,0 1 0,-1-1 0,1 1 0,0-1 0,0 1 0,-1 0 0,1-1 0,-1 1 0,1 0 0,-1 0 0,0 0 0,1 4 0,4 4 40,-1 0 1,-1 1-1,0 0 0,3 12 0,-1 9 117,0 0 0,-3 0 1,-1 1-1,-2 34 0,6-70-157,8-13-140,21-33-215,-21 30 287,14-20-123,2 0 0,1 2 1,68-61-1,-96 95 191,0 0 0,1 1 0,-1-1 0,1 1 0,0 0-1,0 0 1,0 0 0,0 1 0,0-1 0,0 1 0,0 0 0,1 0 0,-1 0 0,0 1 0,1 0 0,5 0 0,-7 0 3,0 1 0,0 0 0,0 0 1,0 0-1,-1 1 0,1-1 0,0 1 0,-1-1 1,1 1-1,-1 0 0,0 0 0,1 0 0,-1 0 1,0 0-1,0 1 0,-1-1 0,1 1 0,0-1 1,-1 1-1,0 0 0,1-1 0,-1 1 0,1 5 1,5 13 79,-2 1 1,0 0 0,-1 0 0,-2 0 0,1 27 0,-8 118 320,1-88-167,2-48-98,2-59-370,2 0 1,4-28-1,4 18 19,2 0 1,2 1 0,1 0 0,1 1-1,29-45 1,-9 28-97,1 1-1,68-73 1,-87 107 191,0 0-1,1 2 1,30-21 0,-43 32 129,1 1 0,0 0 0,1 0 1,-1 0-1,1 1 0,0 0 0,0 0 1,0 1-1,0 0 0,0 0 1,0 1-1,0 0 0,16 1 0,-21 1-10,0 0-1,1 0 1,-1 0-1,0 0 0,0 1 1,0-1-1,0 1 1,-1 0-1,1 0 1,0 0-1,-1 1 0,0-1 1,1 0-1,-1 1 1,0-1-1,0 1 0,0 0 1,0 0-1,-1 0 1,1 0-1,-1 0 0,0 0 1,0 0-1,0 1 1,0-1-1,-1 0 1,1 0-1,-1 5 0,3 14 88,-1 0-1,-2 0 0,-2 26 0,1-26 3,0 9 35,1 14 152,-3 1-1,-13 66 0,14-99-238,-2 0 1,1-1-1,-2 1 1,1-1-1,-2-1 1,0 1 0,0-1-1,-1 1 1,0-2-1,-1 1 1,0-1-1,-1 0 1,-15 13-1,21-21-36,-1 0 0,1 1 0,-1-1-1,0 0 1,0-1 0,0 1 0,0-1 0,0 0-1,0 0 1,0 0 0,0 0 0,0-1-1,-1 1 1,1-1 0,0 0 0,0-1-1,-1 1 1,1-1 0,0 0 0,0 0 0,0 0-1,0 0 1,0-1 0,0 1 0,0-1-1,-4-3 1,1 1-48,0 0 0,1-1 0,0 0 1,0 0-1,1 0 0,-1 0 0,1-1 0,0 0 0,0 0 0,1 0 0,0-1 0,0 0 0,-5-12 0,5 8-23,1 0 1,0-1-1,0 1 0,1-1 0,1 0 0,0 0 0,1 1 0,0-1 1,3-22-1,-2 29 58,0 1 1,0-1-1,0 1 1,1-1-1,0 1 1,0 0-1,0-1 0,0 1 1,1 0-1,0 0 1,-1 1-1,1-1 1,1 1-1,-1-1 1,1 1-1,-1 0 1,1 0-1,0 1 1,0-1-1,0 1 1,0 0-1,0 0 0,1 0 1,-1 0-1,1 1 1,-1 0-1,6-1 1,101-11 463,-80 11-360,-1-1-1,1-2 1,33-9 0,-56 11-69,1 1 1,-1-1-1,1 2 1,-1-1-1,1 1 1,17 1-1,-23 0-29,-1 0 0,1 1 0,0 0 0,0 0-1,-1-1 1,1 2 0,0-1 0,-1 0 0,1 0 0,-1 1-1,0-1 1,1 1 0,-1 0 0,0 0 0,0 0 0,0 0-1,0 0 1,0 0 0,-1 0 0,1 1 0,-1-1 0,1 1-1,-1-1 1,0 1 0,1 3 0,8 46 148,-10-45-123,1-1-1,0 1 1,0 0 0,0-1-1,1 1 1,5 11 0,-7-17-43,1 0 1,0 0-1,-1 0 1,1-1-1,-1 1 1,1 0-1,0-1 0,0 1 1,-1 0-1,1-1 1,0 1-1,0-1 1,0 1-1,0-1 1,0 0-1,0 1 0,0-1 1,-1 0-1,1 0 1,0 0-1,0 1 1,0-1-1,0 0 0,0 0 1,0 0-1,0 0 1,0-1-1,0 1 1,0 0-1,0 0 1,0-1-1,0 1 0,0 0 1,0-1-1,0 1 1,-1-1-1,1 1 1,0-1-1,0 0 0,-1 1 1,1-1-1,0 0 1,0 1-1,-1-1 1,1 0-1,0-1 1,32-39-419,-22 23 309,0-2-1,9-26 1,-14 31 87,1-1 0,0 2 0,1-1 0,1 1 0,15-21 0,-23 34 35,0 0-1,0 0 0,0 0 1,0-1-1,0 1 0,0 0 1,0 1-1,0-1 1,1 0-1,-1 0 0,0 0 1,1 1-1,-1-1 1,0 0-1,1 1 0,-1-1 1,1 1-1,-1 0 1,1 0-1,-1-1 0,1 1 1,-1 0-1,1 0 1,-1 0-1,2 1 0,0 0 5,-1 0 0,-1 0 0,1 0 0,0 1-1,0-1 1,0 1 0,-1-1 0,1 1 0,-1 0-1,1-1 1,-1 1 0,0 0 0,1 0 0,1 4-1,4 10 58,-1 1 0,0 0-1,4 25 1,-7-29-32,-2-11-30,2 12 40,1 0-1,0 0 1,1-1 0,12 24 0,-15-33-33,0-1-1,0 0 1,0 0 0,1 0-1,-1 0 1,1-1 0,0 1-1,0 0 1,0-1-1,0 0 1,1 0 0,-1 0-1,0 0 1,1-1 0,-1 1-1,1-1 1,0 0-1,-1 0 1,1 0 0,0 0-1,0-1 1,0 0-1,5 1 1,14-3 70,1 0-1,26-7 1,-32 5-19,1 0 0,0 2-1,0 0 1,29 2 0,56 15 224,40 3 53,-129-18-300,-1 1-1,0-2 1,1 0-1,-1-1 1,0-1-1,0 0 1,23-8-1,15-15 141,-42 20-126,0 0-1,1 1 0,0 0 0,0 1 1,13-4-1,26 0 180,-1 2 0,89 1 1,-89 5-31,0-2-1,96-16 1,-122 13-263,0-2-1,-1 0 1,0-1-1,0-1 1,40-24-1,-51 26-22,-1-1-1,1 0 1,-1-1-1,-1 0 1,0 0-1,0-1 0,0 0 1,-1-1-1,-1 0 1,0 0-1,-1-1 1,6-12-1,-1 4 100,-9 29 83,-11 40 53,-17 41-18,11-42-69,-13 77 1,27-119-57,0 0-1,1 0 1,-1 1-1,2-1 1,-1 0-1,1 1 0,2 10 1,-2-15-6,-1 1 0,1-1 1,0 0-1,1 1 0,-1-1 0,0 0 0,0 0 1,1 0-1,-1 0 0,1 0 0,0 0 0,0-1 1,-1 1-1,1-1 0,0 1 0,1-1 1,-1 1-1,0-1 0,0 0 0,0 0 0,5 1 1,19 2 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3.8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616 41 9830,'-6'-4'60,"0"-1"1,0 1-1,-1 0 0,0 1 1,1 0-1,-1 0 0,-1 0 1,1 1-1,0 0 0,-1 0 0,1 1 1,-10-1-1,1 1 130,1 0-1,0 0 1,-1 2 0,-29 4 0,37-4-135,0 1 0,1 0 0,-1 0 1,1 1-1,-1-1 0,1 2 0,0-1 1,0 1-1,0 0 0,1 1 0,0-1 1,-1 1-1,1 0 0,1 1 0,-1 0 1,1 0-1,0 0 0,1 0 0,-1 1 1,1 0-1,0 0 0,1 0 0,0 0 0,0 0 1,0 1-1,1-1 0,0 1 0,1 0 1,-1 10-1,1-3 88,-1 0 1,0 0-1,-1 0 1,-1 0-1,0-1 1,-1 0-1,-1 1 1,0-2-1,0 1 1,-2-1-1,-13 20 1,-17 14 723,-48 47 0,79-87-818,-48 50 80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4.9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181 1 9830,'-38'521'4874,"29"-432"-4251,-36 623 2980,46-677-3356,-1 0 1,-2 0-1,-2 1 1,-1-2-1,-2 1 1,-16 49-1,23-82-221,-1-1-1,1 1 1,-1 0-1,0 0 1,0-1-1,0 1 1,0-1-1,0 1 1,0-1 0,0 1-1,0-1 1,-1 0-1,1 1 1,-3 0-1,4-2-18,-1 0-1,1 0 1,-1 0-1,1 0 1,-1 0-1,1 0 1,-1 0-1,1 0 1,-1 0-1,1 0 1,-1 0-1,1-1 1,-1 1-1,1 0 1,0 0 0,-1 0-1,1-1 1,-1 1-1,1 0 1,0-1-1,-1 1 1,1 0-1,-1-1 1,1 1-1,0-1 1,0 1-1,-1 0 1,1-1-1,0 1 1,0-1-1,0 1 1,-1-1-1,-2-7-68,1 1-1,0 0 0,0-1 1,0 1-1,0-15 0,-2-45-390,2-5 355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5.6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 9830,'1245'0'8465,"-1225"0"-8395,-5-1 11,0 1 0,0 0 1,0 2-1,0 0 0,25 6 0,-36-7-41,-1 1 1,1-1-1,-1 1 0,1 0 0,-1 0 0,0 0 0,1 1 0,-1-1 0,0 1 0,-1 0 0,1 0 0,0 0 0,-1 0 0,0 0 0,0 0 0,0 1 0,0-1 0,0 1 0,-1-1 0,1 1 0,-1 0 0,0 0 0,0-1 0,0 1 0,-1 0 0,1 7 0,0 24 268,-1 1-1,-2-1 1,-1 0-1,-2 0 1,-15 55-1,-66 169 1610,51-171-1244,11-31 102,-26 96 0,28-49-716,5 2 0,4 0 0,5 1 0,7 142 1,2-246-60,-1-15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6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9830,'9'68'1546,"0"-20"-909,19 480 3741,-20-263-2453,102 1903 5973,-107-2112-7898,10 432 0,-16-456 0,-11 61 0,6-69 0,3-23 0,0-11 0,-1-21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7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9830,'891'0'6007,"-881"0"-5926,0 0-1,0 0 0,0 1 1,-1 1-1,1-1 1,13 5-1,-19-4-39,-1-1-1,0 1 1,0 0-1,0 0 1,0 0 0,0 1-1,0-1 1,-1 0 0,1 1-1,-1 0 1,0 0-1,1 0 1,-1 0 0,-1 0-1,1 0 1,0 0 0,-1 0-1,1 1 1,-1-1-1,0 1 1,0 4 0,5 25 431,-1 1 1,-2-1 0,-2 1-1,-3 43 1,0-19-60,1 78-200,-54 1371 5718,-5-1002-5931,4-47 0,34 4 0,23-420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7.4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9830,'0'1401'9612,"0"-1638"-10978,0 135 1312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7.9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 9830,'266'2'2693,"295"-5"905,-293-21-2406,-261 24-1129,-1 1 0,0-1 1,0 1-1,0 0 0,0 0 0,0 1 1,0 0-1,0 0 0,0 0 1,0 1-1,-1 0 0,1 0 1,-1 0-1,0 1 0,0 0 0,0 0 1,-1 0-1,1 0 0,-1 1 1,0 0-1,0 0 0,-1 0 1,1 0-1,-1 1 0,0-1 0,-1 1 1,1 0-1,1 6 0,5 18 252,-1 1 0,-1-1-1,-1 2 1,1 40-1,-4-38-109,16 665 2660,-4-32-442,9-429-2423,-24-233 0,1 0 0,0-1 0,0 1 0,0 0 0,1-1 0,-1 1 0,1-1 0,0 0 0,0 1 0,1-1 0,-1 0 0,1 0 0,3 3 0,-3-4 0,-1-1 0,1-1 0,0 1 0,0 0 0,0-1 0,0 1 0,0-1 0,0 0 0,1 0 0,-1 0 0,0-1 0,0 1 0,1-1 0,-1 1 0,0-1 0,1 0 0,-1-1 0,5 0 0,48-9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8.5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313 1 9830,'-3'256'4590,"-64"441"-1,-118 268-1255,172-916-3022,2-34-137,10-15-177,1 0-1,-1 0 1,1 0 0,-1 0-1,1 0 1,-1 0-1,1-1 1,-1 1-1,1 0 1,-1 0-1,1 0 1,0-1-1,-1 1 1,1 0-1,-1-1 1,1 1-1,-1 0 1,1-1-1,0 1 1,-1 0-1,1-1 1,0 1-1,-1-1 1,1 1-1,0-1 1,0 1-1,-1 0 1,1-1-1,0 1 1,0-1-1,0 1 1,0-1 0,0-1-1,-5-12-143,2 0 0,-1-1 0,-1-28 0,5 42 145,-5-51-36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9.0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9830,'716'0'5188,"-711"0"-5176,17 0 150,0 0 0,0 2 0,41 7 0,-57-7-92,0-1-1,-1 1 0,1 1 0,0-1 1,-1 1-1,1 0 0,-1 0 0,0 0 1,0 1-1,0 0 0,0 0 0,-1 0 1,1 0-1,-1 1 0,0 0 0,-1 0 1,1 0-1,4 10 0,0 3 148,-2 0 0,0 1 0,-1 0 0,0 0 0,-2 0 0,1 21 0,0 125 1191,-4-107-1013,-6 354 2095,5 212 607,1-607-3052,1 1-1,0-2 0,2 1 1,0 0-1,0 0 0,10 25 1,7-10-45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49.6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9830,'50'610'7232,"-20"-355"-5246,57 850 2111,-88 6-1028,-67-538-3069,61-542-129,3-42-195,3-58-537,1 66 809,1-195-1450,-1 92 1366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50.3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33 9830,'269'22'2718,"-48"-1"-1594,-170-20-723,1-3 0,-1-2 1,1-2-1,-1-2 0,96-29 0,-142 36-382,6-3 79,0 0-1,0 1 1,1 0 0,-1 1 0,1 1 0,22-1 0,-31 3-47,1 0 1,0 0 0,-1 0 0,1 0 0,-1 0-1,1 1 1,-1 0 0,0 0 0,1 0 0,-1 0-1,0 0 1,0 0 0,-1 1 0,1 0 0,0-1-1,-1 1 1,0 0 0,1 0 0,-1 0-1,0 1 1,-1-1 0,1 0 0,-1 1 0,1-1-1,-1 1 1,1 4 0,7 27 682,-1 1-1,-2 0 1,2 72-1,-7-92-562,21 533 3505,-12-221-2590,41 1405-920,-33-626-166,-18-1101 0,-1 19 0,2 1 0,6 41 0,2-33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50.7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9830,'1'34'757,"2"0"1,7 35-1,3 23-26,5 593 2971,-18-389-1518,0-512-3426,0 105 1141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51.4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40 9830,'298'22'2945,"-36"-1"-1138,-105-25 83,268-39 0,-193 13-975,-228 30-905,22-4 174,0 2 1,49 3-1,-68-1-127,-1 1 1,1 0 0,0 0 0,-1 1 0,0 0 0,1 0-1,-1 1 1,0-1 0,0 1 0,0 1 0,0-1-1,-1 1 1,0 0 0,1 0 0,-1 1 0,6 6 0,-2 2 89,-1-1 0,0 2 0,0-1 0,-2 1 0,1 0 0,-2 1 0,6 22 0,17 111 1239,-17-80-1004,19 105 841,12 310 1,-42 177-1224,-2-282 0,2-364 0,1-1 0,0 1 0,1-1 0,0 1 0,2-1 0,-1 0 0,2 0 0,9 21 0,3-3 0,2 0 0,23 28 0,-39-55 0,22 31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55.1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9830,'0'23'819,"0"23"-273,0 18 1,0 14-1,0 8 0,0 13 273,0-3-546,0-3 273,0-9-273,0-5 273,0 1 0,0-22-273,0-28 1,0-19-274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56.0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451 202 9830,'-6'0'91,"-1"0"1,1 1-1,-1 0 0,0 1 1,1 0-1,0 0 0,-1 0 1,1 0-1,0 1 0,0 0 1,1 0-1,-1 1 0,1 0 0,-1 0 1,1 0-1,0 1 0,0-1 1,1 1-1,0 0 0,-5 7 1,-5 10 228,0 1 0,1 0 1,-15 43-1,14-34-111,-35 87 769,6 3 0,5 1 0,5 2 0,6 1 0,5 1 0,-10 254 0,32-365-859,1-1 0,0 0 0,1 0 0,1 0 0,0 0 0,1 0 0,0-1 0,1 1-1,1-1 1,0 0 0,1-1 0,12 17 0,-2-6 108,1-2 0,2 0 0,0-1-1,1-1 1,36 26 0,-44-37-101,1 0-1,0-1 1,1-1-1,-1 0 1,1-1-1,1-1 1,-1 0-1,1-1 1,-1-1-1,27 3 1,14-2 539,96-7 0,-70-1-197,-61 4-466,0-2 0,0-1 1,0-1-1,0 0 1,0-2-1,-1 0 0,0-1 1,0-1-1,-1-1 1,26-16-1,-22 10-184,-2-1 1,0-1-1,0-1 1,-2-1-1,0 0 1,-1-2-1,28-42 1,-1-3-381,-4-2-1,-2-2 1,-4-2 0,31-86 0,-57 125 307,-1-1 0,-2 0 0,-1-1 0,-1 1 1,-2-1-1,-2 0 0,-1 1 0,-2-1 0,-1 0 1,-1 1-1,-3 0 0,0 0 0,-2 1 0,-2 0 1,-1 1-1,-1 0 0,-2 1 0,-1 1 0,-1 1 0,-2 0 1,0 1-1,-2 1 0,-2 1 0,-32-28 0,-4 5-379,-2 2-1,-3 3 0,-1 4 0,-79-37 0,-295-104 1453,385 160-762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57.1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 9830,'67'-1'940,"-36"-1"-601,0 2 0,57 6 0,-83-5-287,0 1-1,0 0 1,0 0 0,0 0-1,0 0 1,0 1-1,-1 0 1,1 0 0,-1 0-1,0 0 1,0 1-1,0 0 1,0-1 0,-1 2-1,1-1 1,-1 0 0,0 1-1,0-1 1,-1 1-1,1 0 1,-1 0 0,0 0-1,-1 0 1,1 0 0,-1 0-1,1 9 1,3 15 175,-2 0-1,-1-1 1,-4 51 0,2-56-116,-1-6 20,0 1-1,0-1 1,-2 1-1,0-1 1,-1 0-1,-1 0 1,-11 26-1,12-35-51,-1 0-1,1 0 0,-2 0 1,1-1-1,-1 0 0,0 0 1,0 0-1,-1-1 0,0 0 1,0 0-1,0-1 0,-1 0 1,0 0-1,0-1 0,-17 7 1,4 0 268,21-11-340,0 0 0,0 0-1,0 1 1,0-1 0,0 0-1,0 0 1,0 0-1,0 0 1,0 1 0,0-1-1,0 0 1,0 0 0,0 0-1,0 0 1,0 1 0,0-1-1,0 0 1,0 0 0,0 0-1,0 0 1,0 0 0,0 0-1,1 1 1,-1-1 0,0 0-1,0 0 1,0 0-1,0 0 1,0 0 0,0 0-1,1 0 1,-1 0 0,0 1-1,0-1 1,0 0 0,0 0-1,0 0 1,1 0 0,-1 0-1,0 0 1,0 0 0,0 0-1,0 0 1,0 0 0,1 0-1,-1 0 1,0 0-1,0 0 1,0 0 0,0 0-1,1 0 1,-1 0 0,0 0-1,0-1 1,0 1 0,46-1 542,-31 0-499,20 0-4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58.2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456 35 9830,'-4'-4'54,"-1"0"-1,0 1 1,-1 0-1,1 0 1,-1 0-1,1 1 1,-1 0 0,0 0-1,0 0 1,0 1-1,-12-2 1,5 1 113,0 1 0,1 1 0,-1 0 0,-21 3 1,21 1-63,1-1 0,0 2 0,0 0 0,0 0 0,1 1 1,0 0-1,0 1 0,0 1 0,1-1 0,0 2 1,0-1-1,1 1 0,0 1 0,1 0 0,-13 19 0,7-8 94,0 1-1,2 1 0,0 0 0,1 1 0,2 0 0,-13 50 0,16-44 13,1 0 0,2 0-1,1 0 1,1 1-1,4 30 1,-2-47-76,1 0 0,0 0 0,1 0 1,1 0-1,0 0 0,1-1 0,0 0 1,1 0-1,0 0 0,1-1 0,1 0 0,17 21 1,-2-10 71,0-1 0,1-1 0,2-2 0,0 0 0,1-2 0,0-1 0,2-1 0,0-1 0,0-2-1,1 0 1,1-3 0,0 0 0,0-2 0,0-1 0,1-2 0,52 1 0,-65-5-63,0 0-1,0-1 0,0-1 0,0-1 0,25-7 0,-37 8-139,-1-1 0,0 0 0,0 0 0,0-1 0,0 1 1,0-1-1,-1-1 0,1 1 0,-1-1 0,0 0 0,-1 0 0,1 0 0,-1-1 0,0 1 0,0-1 0,-1 0 0,0 0 0,3-9 0,19-41-418,-12 30 239,-1-1-1,-1-1 0,-2 0 0,0 0 0,-2-1 0,6-51 0,-11-75-637,-3 141 743,-1-1-1,0 1 0,0-1 1,-2 1-1,1 0 0,-2 0 1,0 0-1,-10-18 0,15 31 78,-1 0 0,0-1 0,1 1 0,-1 0 0,0-1 0,0 1 0,0 0 0,0 0 0,0 0 0,0 0 0,0 0 0,0 0 0,0 0 1,-1 0-1,1 0 0,0 0 0,-1 1 0,1-1 0,0 1 0,-1-1 0,1 1 0,-1-1 0,1 1 0,-1 0 0,1 0 0,-1-1 0,1 1 0,-1 0 0,1 1 0,-1-1 0,1 0 0,-1 0 0,1 1 0,-1-1 0,1 1 0,-1-1 0,1 1 0,0-1 0,-1 1 0,1 0 0,0 0 0,0 0 0,-1-1 0,1 1 0,0 1 0,0-1 0,0 0 0,0 0 0,-1 2 0,-16 20 14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3:59.5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352 211 9830,'0'-10'8,"0"-1"-1,1 0 1,0 1-1,1-1 1,0 1 0,1 0-1,0-1 1,8-18-1,-7 22 9,0 1 0,0 0 0,1-1-1,0 1 1,0 1 0,0-1 0,1 1-1,0 0 1,0 0 0,0 1 0,1 0-1,13-7 1,-14 8 30,0 0 0,1 0-1,-1 1 1,1-1 0,-1 2-1,1-1 1,0 1 0,0 0 0,0 0-1,0 1 1,-1 0 0,11 1-1,-13 0-15,-1 0 0,0 0-1,1 0 1,-1 1 0,0-1-1,0 1 1,1 0 0,-1-1-1,0 2 1,-1-1 0,1 0-1,0 0 1,-1 1 0,1 0-1,-1-1 1,0 1 0,0 0-1,0 0 1,0 0 0,0 1-1,-1-1 1,0 0-1,1 1 1,-1-1 0,1 7-1,1 8 129,0 0 0,-1 0 0,-1 0 0,0 0 0,-2 0 0,0 0 0,-1 0 0,-1-1 0,0 1 0,-2 0-1,-12 32 1,6-24 69,-1 0 0,-1-1 0,-1 0 0,-1-1 0,-1-1-1,-39 41 1,37-47-35,-1-2-1,-1 0 1,0-2 0,-1 0-1,0-1 1,-1-1 0,-1-1-1,-33 10 1,55-20-177,1 0 0,-1 0 0,1 0 0,-1 0 0,1 0 0,-1 1 0,1-1 0,-1 0 0,1 0 0,-1 1 0,1-1 0,-1 0 0,1 1 0,-1-1 0,1 0 0,0 1 0,-1-1 0,1 1 0,0-1 0,-1 1 0,1-1 0,0 0 0,0 1 0,-1-1 0,1 1 0,0 0 0,0-1 0,0 1 0,0-1 0,0 1 0,0-1 0,0 1 0,0-1 0,0 1 0,0-1 0,0 1 0,0-1 0,0 1 0,0 0 0,0-1 0,0 1 0,1-1 0,-1 1 0,0-1 0,0 1 0,1 0 0,23 25 379,-5-5-128,-15-13-186,0 0 0,0 1 0,-1-1 0,0 1 0,0 0 0,-1 0-1,0 0 1,0 0 0,-1 1 0,-1-1 0,1 0 0,-3 19 0,1-23-39,0 1 0,0-1 0,0 0 0,-1 0 0,0 1 0,0-1 0,0-1 0,-1 1 0,1 0 1,-1 0-1,0-1 0,-1 0 0,1 0 0,-1 0 0,0 0 0,0 0 0,0-1 0,0 1 0,-1-1 0,1 0 1,-1-1-1,0 1 0,-6 2 0,-1-1 52,0-1 0,0 1 0,0-2 1,0 0-1,-1 0 0,1-2 0,0 1 0,-1-1 1,-17-3-1,27 3-93,-1-1 1,0 1-1,1-1 0,-1 0 1,0 0-1,1 0 0,-1 0 1,1-1-1,0 0 0,-1 1 1,1-1-1,0 0 0,0-1 1,0 1-1,0-1 0,1 1 1,-1-1-1,1 0 0,-1 0 1,1 0-1,0 0 0,0 0 1,0 0-1,1-1 0,-1 1 1,1 0-1,0-1 0,0 0 1,0 1-1,0-1 0,0 0 1,1 1-1,0-1 1,0-4-1,3-27-46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34:00.5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808 285 9830,'0'-3'22,"0"0"1,0 0-1,0 0 0,0 0 0,0 0 1,-1 0-1,1 0 0,-1 1 1,0-1-1,0 0 0,0 0 0,0 0 1,-1 1-1,1-1 0,-1 1 1,1-1-1,-1 1 0,0 0 0,0-1 1,0 1-1,0 0 0,0 0 1,-1 0-1,1 1 0,0-1 0,-1 0 1,0 1-1,1 0 0,-1 0 0,0 0 1,1 0-1,-1 0 0,0 0 1,0 1-1,-5-1 0,0 0 59,0 1 0,0 1 0,0 0 0,0 0-1,0 0 1,0 1 0,1 0 0,-1 1 0,1-1 0,-1 1 0,1 1 0,-10 6-1,-10 9 263,0 1-1,1 1 0,1 2 1,-32 37-1,-80 115 1043,100-125-956,-13 17 261,4 2 0,-63 123-1,92-156-414,2 1-1,2 0 0,1 1 1,2 0-1,1 0 1,3 1-1,-4 71 0,10-104-242,6 262 1575,-5-261-1539,0 0 1,1 1 0,0-1-1,1 0 1,-1-1 0,1 1-1,0 0 1,1-1-1,0 0 1,0 0 0,0 0-1,1 0 1,0 0 0,0-1-1,0 0 1,1 0-1,-1-1 1,1 1 0,0-1-1,1-1 1,-1 1 0,8 3-1,6 1 142,-1-1 0,1-1 0,0 0 1,0-1-1,1-2 0,33 3 0,18-2 432,0-2 0,98-11 0,-140 5-783,1-2 0,-1 0 0,0-2-1,0-1 1,-1-2 0,0-1 0,-1-1 0,29-18 0,13-14-479,-3-3 0,-1-3 1,-3-2-1,-2-3 0,-3-3 1,98-128-1,-137 159 385,-1-2 0,-2 0 0,-1 0 0,-1-2 0,-2 0 0,0 0 0,-3-1 0,11-63 0,-17 72 62,-1 1 0,-1-1 0,-1 0 0,-2 0 0,0 0 0,-1 0 0,-1 1 0,-2-1 0,0 1 0,-1 1 0,-1-1 0,-2 1 0,-15-28 0,-152-201-1865,50 78 1128,106 140 865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18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0 810 24575,'1'-5'0,"0"-1"0,0 0 0,0 1 0,1-1 0,0 1 0,0-1 0,0 1 0,1 0 0,0 0 0,0 0 0,0 0 0,6-7 0,54-54 0,-51 55 0,348-324 0,-21 85 0,-323 240 0,1 1 0,1 0 0,0 2 0,0 0 0,0 0 0,1 2 0,-1 0 0,35-3 0,8 4 0,87 4 0,-86 1 0,1664 6-109,-1186-7-1147,-453 0-5570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24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7 24575,'-6'1'0,"1"-1"0,-1 1 0,0 0 0,0 0 0,1 1 0,-1-1 0,1 1 0,-1 0 0,1 1 0,0 0 0,0-1 0,0 2 0,0-1 0,0 0 0,1 1 0,-1 0 0,1 0 0,0 0 0,0 1 0,1 0 0,-1-1 0,1 1 0,0 0 0,1 0 0,-1 1 0,1-1 0,0 1 0,0-1 0,0 1 0,1-1 0,0 1 0,0 0 0,1 0 0,-1 0 0,1 0 0,1-1 0,-1 1 0,1 0 0,1 6 0,0-8 0,0 0 0,0 0 0,0-1 0,1 1 0,-1 0 0,1-1 0,0 0 0,0 0 0,0 0 0,0 0 0,0 0 0,1-1 0,-1 1 0,1-1 0,0 0 0,0 0 0,0 0 0,0-1 0,0 1 0,0-1 0,0 0 0,0 0 0,6 0 0,14 2 0,0-1 0,0-1 0,25-2 0,-24 0 0,3 1 0,23 0 0,56-9 0,-91 7 0,-1-1 0,1-1 0,-1 0 0,1-1 0,-1-1 0,0 0 0,25-15 0,-37 19 0,0 0 0,0 0 0,0 0 0,0 0 0,0-1 0,-1 1 0,1-1 0,-1 1 0,1-1 0,-1 0 0,0 0 0,0 0 0,-1 0 0,1 0 0,-1-1 0,1 1 0,-1 0 0,0-1 0,0 1 0,0-1 0,-1 0 0,1 1 0,-1-1 0,0 1 0,0-1 0,0 0 0,-1-3 0,0 3 0,-1 0 0,0 0 0,1 0 0,-2-1 0,1 2 0,0-1 0,-1 0 0,1 0 0,-1 1 0,0 0 0,0-1 0,-1 1 0,1 0 0,-1 1 0,1-1 0,-1 1 0,0-1 0,0 1 0,0 0 0,0 1 0,-6-3 0,-8-1-227,-1 1-1,0 0 1,0 2-1,0 0 1,-21 1-1,-1 1-6598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25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4 148 24575,'-2'36'0,"1"-24"0,1 0 0,0 1 0,1-1 0,2 13 0,-3-26 0,0 1 0,0 0 0,0-1 0,0 1 0,0 0 0,1 0 0,-1-1 0,0 1 0,0 0 0,0 0 0,0-1 0,1 1 0,-1 0 0,0 0 0,0-1 0,1 1 0,-1 0 0,0 0 0,0 0 0,1 0 0,-1-1 0,0 1 0,1 0 0,-1 0 0,0 0 0,0 0 0,1 0 0,-1 0 0,0 0 0,1 0 0,-1 0 0,0 0 0,1 0 0,-1 0 0,0 0 0,1 0 0,-1 0 0,0 0 0,1 0 0,-1 0 0,0 0 0,0 1 0,1-1 0,-1 0 0,0 0 0,0 0 0,1 0 0,-1 1 0,0-1 0,0 0 0,1 0 0,-1 1 0,0-1 0,0 0 0,0 0 0,1 1 0,-1-1 0,0 0 0,0 1 0,0-1 0,0 0 0,0 0 0,0 1 0,0-1 0,0 0 0,0 1 0,13-25 0,7-34 0,-13 39 0,-1-1 0,17-31 0,-20 46 0,0 0 0,0 0 0,0 1 0,1-1 0,0 1 0,0-1 0,0 1 0,0 1 0,1-1 0,-1 1 0,1-1 0,0 1 0,0 0 0,7-2 0,14-2-69,1 1 0,0 2 0,0 0-1,0 2 1,1 1 0,53 5 0,-44-2-812,11 0-5945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25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1 24575,'5'5'0,"-2"0"0,1 1 0,0-1 0,-1 1 0,0 0 0,0 0 0,-1 0 0,0 0 0,0 1 0,0-1 0,0 10 0,5 78 0,-6-68 0,1 293 0,-2-318 0,-1 0 0,1-1 0,0 1 0,-1-1 0,1 1 0,0-1 0,-1 1 0,1-1 0,-1 0 0,1 1 0,0-1 0,-1 1 0,1-1 0,-1 0 0,0 1 0,1-1 0,-1 0 0,1 0 0,-1 0 0,1 1 0,-1-1 0,0 0 0,1 0 0,-1 0 0,1 0 0,-1 0 0,0 0 0,1 0 0,-1 0 0,1 0 0,-1 0 0,0 0 0,1 0 0,-1-1 0,1 1 0,-1 0 0,1 0 0,-2-1 0,-38-11 0,13 5 0,22 6 0,0 1 0,0-1 0,-1 1 0,1 1 0,0-1 0,0 1 0,0 0 0,-1 0 0,1 0 0,0 1 0,1 0 0,-1 0 0,0 0 0,0 0 0,1 1 0,-1 0 0,1 0 0,0 0 0,0 0 0,0 1 0,1 0 0,-1 0 0,1 0 0,-6 8 0,6-7 0,0 1 0,0 0 0,0 1 0,1-1 0,0 0 0,0 1 0,1-1 0,-1 1 0,1 0 0,1-1 0,-1 1 0,1 0 0,1-1 0,-1 1 0,1 0 0,0-1 0,0 1 0,1-1 0,2 8 0,-1-10 5,0 1 0,-1-1 0,1 0 0,1 0 0,-1 0 0,1 0 0,-1 0 0,1-1 0,0 1 0,0-1 0,1 0 0,-1-1 0,1 1 0,-1-1 0,1 1 0,0-2 0,0 1 0,0 0 0,0-1 0,0 0 0,0 0 0,0 0 0,8-1 0,7 2-302,0-2 0,0 0 0,0-1 0,33-7 0,-4-3-6529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26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24575,'69'1'0,"-22"1"0,0-2 0,1-3 0,-1-1 0,76-17 0,-78 10 0,44-14 0,-81 23 0,0-1 0,-1-1 0,1 1 0,-1-1 0,0-1 0,0 1 0,0-1 0,6-6 0,-12 10 0,1 0 0,-1 0 0,0 0 0,-1 0 0,1 0 0,0 0 0,0 0 0,0 0 0,-1 0 0,1 0 0,0-1 0,-1 1 0,1 0 0,-1 0 0,0-1 0,1 1 0,-1 0 0,0-1 0,0 1 0,0 0 0,1-1 0,-2 1 0,1 0 0,0-1 0,0 1 0,0 0 0,-1-1 0,1 1 0,0 0 0,-1-1 0,1 1 0,-1 0 0,0 0 0,1 0 0,-1 0 0,0-1 0,0 1 0,0 0 0,0 0 0,0 1 0,0-1 0,0 0 0,0 0 0,0 0 0,0 1 0,0-1 0,0 0 0,-1 1 0,1-1 0,0 1 0,-3-1 0,-4-3 0,0 1 0,0 1 0,0-1 0,-1 1 0,1 0 0,-15 0 0,18 2 0,0 0 0,0 0 0,0 1 0,-1 0 0,1 0 0,0 1 0,0-1 0,0 1 0,1 0 0,-1 1 0,0-1 0,1 1 0,-1-1 0,1 1 0,0 1 0,0-1 0,-6 7 0,4-3 0,1 0 0,0 0 0,0 0 0,0 1 0,1 0 0,0 0 0,1 0 0,-1 0 0,2 0 0,-3 12 0,3-12 0,1-1 0,0 1 0,0 0 0,1-1 0,0 1 0,0 0 0,1 0 0,0-1 0,0 1 0,1-1 0,5 14 0,-6-17 0,2 0 0,-1 1 0,0-1 0,1 0 0,0 0 0,0-1 0,0 1 0,0 0 0,1-1 0,-1 0 0,1 0 0,0 0 0,0 0 0,0-1 0,0 1 0,0-1 0,1 0 0,-1 0 0,9 1 0,10 2-151,0-1-1,0-1 0,1-1 0,-1-1 1,1-1-1,-1-2 0,1 0 1,45-11-1,-39 3-6674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27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24575,'0'237'0,"19"-283"0,-10 24 0,2 0 0,0 1 0,1 1 0,1 0 0,0 0 0,2 1 0,1 1 0,0 1 0,1 0 0,0 1 0,2 1 0,25-17 0,-31 26-136,1 1-1,0 0 1,0 1-1,1 0 1,-1 1-1,1 1 1,0 0-1,-1 1 0,28 2 1,-4 0-6690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27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24575,'-2'1'0,"-1"0"0,1-1 0,-1 1 0,1 0 0,0 0 0,0 0 0,-1 0 0,1 1 0,0-1 0,0 1 0,0-1 0,0 1 0,1 0 0,-1 0 0,0 0 0,1 0 0,-3 3 0,-26 44 0,23-37 0,0-1 0,1 1 0,0 0 0,1 0 0,0 1 0,1 0 0,0 0 0,1 0 0,-3 26 0,6-29 0,0 1 0,1 0 0,0 0 0,1-1 0,0 1 0,0-1 0,1 0 0,1 0 0,0 0 0,0 0 0,10 16 0,6 2 0,0-2 0,2 0 0,1-1 0,1-1 0,48 36 0,-39-33 0,0 1 0,52 62 0,-77-80 0,0 1 0,-1 0 0,0 1 0,-1 0 0,0 0 0,0 0 0,-2 1 0,0-1 0,0 1 0,-1 0 0,0 1 0,-2-1 0,2 19 0,-3-26-48,0-1-1,-1 1 0,1 0 0,-1-1 0,0 1 1,-1-1-1,1 1 0,-1-1 0,0 0 1,0 0-1,-1 0 0,0 0 0,0 0 1,0 0-1,0-1 0,0 1 0,-1-1 1,0 0-1,0 0 0,0 0 0,-1-1 1,1 0-1,-1 0 0,0 0 0,0 0 0,0 0 1,-8 2-1,-22 6-6777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29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24575,'0'29'0,"1"101"0,-20 145 0,10-221 0,5-36 0,1 0 0,0 1 0,1-1 0,1 1 0,0-1 0,2 1 0,0-1 0,4 21 0,-2-33 0,0 0 0,0-1 0,0 1 0,0-1 0,1 0 0,0 0 0,0 0 0,0-1 0,1 1 0,-1-1 0,1 0 0,0 0 0,0-1 0,1 1 0,-1-1 0,1 0 0,0-1 0,9 4 0,14 4 0,0-2 0,48 8 0,-69-15 0,661 81 0,-187-29 0,137 38-1365,-573-85-5461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29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24575,'1'0'0,"1"1"0,-1-1 0,0 0 0,0 1 0,1-1 0,-1 1 0,0-1 0,0 1 0,0-1 0,0 1 0,0 0 0,0 0 0,0-1 0,0 1 0,0 0 0,0 0 0,0 0 0,0 0 0,-1 0 0,1 0 0,0 0 0,-1 0 0,1 1 0,-1-1 0,1 0 0,0 3 0,7 37 0,-7-33 0,8 77 0,-5 1 0,-7 98 0,5 107 0,-2-287 0,0 0 0,1-1 0,0 1 0,0 0 0,0-1 0,0 1 0,0-1 0,1 1 0,-1-1 0,1 0 0,0 0 0,0 0 0,0 0 0,0 0 0,1 0 0,-1 0 0,1-1 0,0 1 0,0-1 0,0 0 0,0 1 0,0-2 0,0 1 0,0 0 0,1-1 0,5 3 0,6 0 0,1-1 0,-1-1 0,0 0 0,1-1 0,16-1 0,-15 1 0,557-5 0,-194-1 0,-270 3 0,118 3 0,-180 1 0,0 3 0,77 18 0,-83-9-1365,-12 2-5461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30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215 143 24575,'-13'1'0,"0"-1"0,-1 2 0,1 0 0,0 1 0,0 0 0,0 1 0,1 0 0,-1 1 0,-17 11 0,25-14 0,1 0 0,-1 1 0,1 0 0,0 0 0,0 0 0,0 1 0,0-1 0,1 1 0,-1 0 0,1 0 0,0 0 0,0 0 0,1 1 0,-1-1 0,1 1 0,0 0 0,0-1 0,1 1 0,-1 0 0,1 0 0,0 0 0,0 0 0,1 0 0,-1 0 0,1 1 0,0-1 0,2 8 0,-1-10 0,0 0 0,0-1 0,0 1 0,1 0 0,-1 0 0,1-1 0,-1 1 0,1-1 0,0 1 0,0-1 0,0 0 0,1 0 0,-1 0 0,0 0 0,1 0 0,0 0 0,-1-1 0,1 1 0,0-1 0,-1 0 0,1 0 0,0 0 0,0 0 0,4 0 0,9 3 0,1-1 0,-1 0 0,20-1 0,-29-2 0,29 3 0,0-3 0,0-1 0,1-1 0,-1-2 0,70-18 0,-94 18 0,1 0 0,-1-1 0,0-1 0,-1 0 0,1 0 0,-1-1 0,0-1 0,16-14 0,-21 15 0,0 1 0,0-1 0,-1 0 0,0-1 0,0 0 0,-1 1 0,0-1 0,0-1 0,-1 1 0,0 0 0,0-1 0,-1 0 0,0 1 0,1-10 0,-3 13 5,0 0-1,0 1 1,0-1 0,0 0-1,0 1 1,-1-1-1,0 1 1,0-1 0,0 1-1,-1-1 1,1 1 0,-1 0-1,0 0 1,-1-1-1,1 1 1,-1 1 0,1-1-1,-1 0 1,0 1-1,0-1 1,-1 1 0,1 0-1,-1 0 1,0 0-1,-4-2 1,-3-1-170,1 0 0,-2 1 0,1 1 0,0 0 0,-1 0 0,0 1 0,0 1 0,-16-2 0,-13 1-6661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31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 24575,'5'17'0,"6"-19"0,-9 1 0,-1-1 0,1 1 0,0-1 0,-1 0 0,1 0 0,-1 1 0,1-1 0,-1 0 0,0 0 0,0 0 0,0-1 0,1-3 0,5-55 0,-6 47 0,0 0 0,1 0 0,5-23 0,-6 33 0,1 0 0,-1 1 0,1-1 0,-1 1 0,1-1 0,0 1 0,0 0 0,1 0 0,-1 0 0,1 0 0,-1 0 0,1 0 0,0 1 0,0 0 0,0-1 0,0 1 0,1 0 0,3-2 0,6 0 0,0-1 0,0 2 0,0-1 0,0 2 0,1 0 0,20-1 0,89 6 0,-67 0 0,260 3-1365,-271-6-5461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3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0 24575,'0'514'0,"0"-513"0,0-1 0,0 1 0,-1 0 0,1-1 0,0 1 0,0 0 0,0-1 0,0 1 0,-1 0 0,1-1 0,0 1 0,-1-1 0,1 1 0,-1 0 0,1-1 0,0 1 0,-1-1 0,1 1 0,-1-1 0,1 0 0,-1 1 0,0-1 0,1 1 0,-1-1 0,1 0 0,-1 0 0,0 1 0,1-1 0,-1 0 0,0 0 0,1 0 0,-1 0 0,0 1 0,1-1 0,-1 0 0,0 0 0,1 0 0,-1-1 0,0 1 0,1 0 0,-1 0 0,0 0 0,0-1 0,-43-12 0,21 6 0,11 4 0,1 1 0,0 0 0,-1 1 0,0 1 0,1 0 0,-1 0 0,1 1 0,-1 1 0,1 0 0,-14 4 0,21-5 0,-1 1 0,1 0 0,-1 0 0,1 0 0,0 1 0,0-1 0,0 1 0,0 0 0,0 0 0,1 1 0,-1-1 0,1 1 0,0-1 0,0 1 0,0 0 0,1 1 0,-1-1 0,1 0 0,0 1 0,0-1 0,1 1 0,-1-1 0,1 1 0,0 0 0,1 0 0,-2 9 0,3-10 0,-1-1 0,0 1 0,1-1 0,-1 1 0,1-1 0,0 1 0,0-1 0,1 1 0,-1-1 0,1 0 0,-1 1 0,1-1 0,0 0 0,0 0 0,1 0 0,-1-1 0,0 1 0,1 0 0,0-1 0,0 0 0,0 0 0,0 0 0,0 0 0,0 0 0,0 0 0,0-1 0,1 1 0,-1-1 0,7 1 0,10 4 0,-1-2 0,1 0 0,39 2 0,-25-3-273,0-2 0,0-1 0,0-1 0,59-11 0,-54 1-6553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33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96 226 24575,'8'-1'0,"0"1"0,0-2 0,0 1 0,0-1 0,0 0 0,-1-1 0,1 0 0,-1 0 0,1-1 0,-1 0 0,0 0 0,10-8 0,7-8 0,-2 0 0,22-24 0,-32 31 0,-8 9 0,-1 1 0,1-1 0,-1 0 0,0-1 0,-1 1 0,1 0 0,-1-1 0,3-5 0,-5 9 0,1-1 0,-1 1 0,0 0 0,0 0 0,0-1 0,0 1 0,0 0 0,0 0 0,0-1 0,0 1 0,0 0 0,-1 0 0,1 0 0,0-1 0,-1 1 0,1 0 0,-1 0 0,1 0 0,-1 0 0,0 0 0,0 0 0,1 0 0,-1 0 0,0 0 0,0 0 0,0 0 0,0 0 0,0 1 0,0-1 0,0 0 0,0 1 0,0-1 0,0 1 0,0-1 0,-1 1 0,1-1 0,0 1 0,-2 0 0,-6-3 0,0 1 0,0 1 0,0 0 0,0 0 0,0 1 0,0 0 0,0 1 0,0 0 0,0 0 0,0 1 0,1 0 0,-1 0 0,-9 5 0,1-1 0,1 1 0,0 1 0,0 1 0,1 0 0,-26 21 0,35-25 0,1 0 0,0 1 0,0 0 0,1 0 0,-1 0 0,2 1 0,-1-1 0,1 1 0,-1 0 0,2 0 0,-1 0 0,1 0 0,0 1 0,1-1 0,0 1 0,0-1 0,0 13 0,1-14 0,0 0 0,1 1 0,-1-1 0,1 0 0,1 0 0,-1 0 0,1 0 0,0 0 0,0 0 0,1-1 0,-1 1 0,1-1 0,1 1 0,-1-1 0,1 0 0,0 0 0,0-1 0,0 1 0,0-1 0,1 0 0,10 7 0,3-1-105,0-2 0,0 0 0,1-1 0,0 0 0,0-2 0,1 0 0,0-2 0,0 0 0,0-1 0,0-1 0,0-1 0,36-4 0,-24-5-6721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34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 24575,'0'7'0,"0"11"0,0 9 0,0 8 0,0 5 0,0-19 0,0-20 0,7-26 0,11-17 0,2-8 0,5 5 0,-2 1 0,3 9 0,5 10 0,4 10 0,4 6 0,-4 6-8191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34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24575,'-9'9'0,"1"1"0,0 0 0,0 0 0,1 0 0,1 1 0,0 0 0,0 1 0,1 0 0,1-1 0,-5 18 0,8-23 0,-1 0 0,1 1 0,1 0 0,-1-1 0,1 1 0,1-1 0,-1 1 0,1-1 0,0 1 0,0-1 0,1 1 0,0-1 0,0 0 0,0 0 0,1 0 0,0 0 0,0 0 0,1 0 0,0-1 0,-1 0 0,6 6 0,16 13 0,35 26 0,-37-32 0,-1 0 0,30 34 0,-48-46 9,0-1 1,0 1-1,0 0 0,-1 0 0,0 0 1,0 0-1,-1 1 0,1-1 0,-1 1 0,-1 0 1,1 0-1,0 13 0,-2-17-66,0 1 0,0 0 0,0-1 0,-1 1-1,1 0 1,-1-1 0,0 1 0,0-1 0,0 1 0,-1-1 0,1 0 0,-1 1-1,0-1 1,0 0 0,0 0 0,0 0 0,0-1 0,-1 1 0,1 0 0,-1-1 0,0 1-1,0-1 1,0 0 0,0 0 0,-5 2 0,-20 8-6769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41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24575,'3'19'0,"0"0"0,1 0 0,1 0 0,0-1 0,1 1 0,2-1 0,0-1 0,0 0 0,15 22 0,-7-10 0,44 73 0,5-3 0,4-2 0,4-4 0,149 147 0,382 289 0,-486-431 0,120 96 0,8-11 0,305 173 0,17-49 0,-1-1 0,-231-131 0,170 103 0,-166-14-1365,-304-234-5461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47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24575,'8'1'0,"0"0"0,0 0 0,0 1 0,0 0 0,0 0 0,0 1 0,-1 0 0,1 0 0,-1 1 0,0 0 0,0 0 0,8 7 0,13 12 0,40 40 0,-8-6 0,79 45 0,-32-26 0,-51-37 0,1-2 0,1-3 0,120 49 0,202 51 0,-245-90 0,281 82 0,-299-88 0,3-6 0,139 19 0,-43-16 0,108 10 0,38-21 0,242 20 0,-196-6 0,476 37 0,942 128 0,-1063-122 0,-113-15 0,237 87 0,-296-44 0,285 46 0,221 36 0,-510-74 0,-241-17 0,-241-67 0,491 194 0,-502-188 0,428 154 0,-122-49 0,-386-138 1,-1 1-1,0 0 1,-1 1-1,0 1 1,0 0-1,-1 1 1,0 0-1,0 0 1,-1 1-1,10 14 1,29 30-1372,-30-38-5455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48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1232 0 24575,'15'19'0,"-1"0"0,-1 1 0,-1 0 0,17 39 0,-8-15 0,52 77 0,-53-94 0,-2 2 0,0 0 0,-3 1 0,0 1 0,19 60 0,-33-88 0,0 0 0,-1 1 0,1-1 0,-1 1 0,0-1 0,0 0 0,0 1 0,0-1 0,-1 1 0,1-1 0,-1 0 0,0 1 0,0-1 0,0 0 0,-1 0 0,1 1 0,-1-1 0,-2 3 0,1-2 0,-1 0 0,0 0 0,1 0 0,-2-1 0,1 0 0,0 0 0,-1 0 0,1 0 0,-1 0 0,-9 2 0,-9 3 0,0-2 0,-1-1 0,0-1 0,-29 2 0,36-4 0,-649 65 0,148-49 0,504-19-273,0 2 0,-1 0 0,1 0 0,-15 4 0,1 4-6553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49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1 24575,'-19'0'0,"-1"0"0,1 1 0,0 1 0,-36 9 0,47-8 0,0 0 0,1 0 0,-1 1 0,1 0 0,0 0 0,0 1 0,0-1 0,0 2 0,1-1 0,0 1 0,0 0 0,1 0 0,-10 14 0,-2 5 0,2 2 0,1-1 0,1 2 0,1 0 0,1 0 0,2 1 0,1 0 0,1 1 0,1-1 0,-2 45 0,8-69 0,1 1 0,-1-1 0,1 1 0,0-1 0,0 1 0,1-1 0,-1 0 0,1 0 0,1 0 0,-1 0 0,0 0 0,1 0 0,0 0 0,1-1 0,-1 1 0,0-1 0,1 0 0,0 0 0,0 0 0,1-1 0,-1 0 0,1 1 0,-1-2 0,1 1 0,0 0 0,0-1 0,0 0 0,0 0 0,1 0 0,10 1 0,12 2 0,1 0 0,0-3 0,0 0 0,45-4 0,-62 2 0,8-1 0,-1 0 0,1-2 0,-1 0 0,0-1 0,0-1 0,25-10 0,-37 12 0,0 0 0,0 0 0,-1 0 0,1-1 0,-1 0 0,0-1 0,0 1 0,-1-1 0,0 0 0,1 0 0,-1-1 0,-1 0 0,1 0 0,-1 0 0,0 0 0,-1-1 0,1 1 0,-1-1 0,3-13 0,-3 9 0,0-1 0,-1 1 0,-1 0 0,0-1 0,-1 1 0,0-1 0,-1 1 0,0-1 0,0 1 0,-2-1 0,1 1 0,-7-17 0,6 22 0,0 0 0,-1 0 0,1 0 0,-1 0 0,-1 0 0,1 1 0,-1 0 0,0 0 0,0 0 0,0 0 0,-1 1 0,0 0 0,0 0 0,0 1 0,0-1 0,0 1 0,-1 1 0,1-1 0,-1 1 0,0 0 0,-12-1 0,-20-2-1365,3 2-5461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50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3 154 24575,'0'202'0,"-2"-254"0,1-59 0,1 103 0,1 1 0,0-1 0,0 1 0,1-1 0,0 1 0,0 0 0,1-1 0,0 1 0,0 1 0,1-1 0,5-8 0,-4 10 0,0 0 0,1 0 0,0 0 0,0 1 0,0 0 0,1 0 0,-1 1 0,1 0 0,0 0 0,0 0 0,14-3 0,11-1 0,42-4 0,-60 9 0,135-6 0,-42 4 0,-69-2-1365,-9-3-5461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51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1 24575,'1'147'0,"-3"176"0,0-292 0,-1 1 0,-2 0 0,0-1 0,-13 38 0,15-67 0,0-9 0,-4-20 0,-1-2 0,6 25 0,0 1 0,1-1 0,-2 0 0,1 1 0,0-1 0,-1 1 0,0 0 0,0-1 0,0 1 0,0 1 0,0-1 0,0 0 0,-1 1 0,1 0 0,-1 0 0,0 0 0,-5-2 0,3 2 0,0 1 0,0 0 0,0 0 0,0 0 0,0 1 0,0 0 0,0 0 0,-1 1 0,1-1 0,-11 4 0,0 2 0,0 0 0,0 0 0,1 2 0,0 0 0,0 1 0,1 1 0,-18 13 0,26-16 0,0 0 0,1 0 0,-1 1 0,2 0 0,-1 0 0,1 0 0,0 1 0,1 0 0,0 0 0,0 0 0,1 0 0,0 1 0,0-1 0,1 1 0,1-1 0,-1 1 0,2 0 0,0 15 0,0-18 0,0 1 0,0-1 0,1 0 0,0 1 0,1-1 0,0 0 0,0 0 0,0 0 0,1 0 0,0 0 0,0-1 0,1 1 0,0-1 0,0 0 0,0 0 0,1 0 0,0 0 0,0-1 0,0 0 0,1 0 0,-1 0 0,1-1 0,1 0 0,11 6 0,-2-4 8,1-1 0,1-1-1,-1 0 1,1-1-1,34 1 1,96-8-255,-76 0-917,-31 2-5662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52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133 319 24575,'4'-1'0,"0"0"0,0 0 0,-1-1 0,1 1 0,0-1 0,-1 0 0,1 0 0,-1 0 0,0 0 0,5-5 0,9-4 0,-7 5 0,21-12 0,55-43 0,-80 56 0,0 0 0,1-1 0,-2 0 0,1 0 0,-1 0 0,0-1 0,0 0 0,0 0 0,-1 0 0,0 0 0,-1-1 0,0 0 0,0 1 0,2-12 0,-4 17 0,-1-1 0,0 1 0,0-1 0,0 0 0,0 1 0,0-1 0,0 0 0,-1 1 0,0-1 0,1 1 0,-1-1 0,0 1 0,0-1 0,0 1 0,0 0 0,-1-1 0,1 1 0,-1 0 0,1 0 0,-4-3 0,1 1 0,0 1 0,-1 0 0,1 0 0,-1 0 0,1 1 0,-1 0 0,0 0 0,0 0 0,0 0 0,-5 0 0,-1-1 0,1 2 0,0-1 0,-1 1 0,1 1 0,-1 0 0,1 1 0,-1 0 0,1 0 0,0 1 0,-13 4 0,12-1 0,1 0 0,0 1 0,0 1 0,0-1 0,1 2 0,-1-1 0,-12 16 0,6-5 0,1 0 0,-23 36 0,34-47 0,0 0 0,0 0 0,0 1 0,1 0 0,0-1 0,1 1 0,0 0 0,0 0 0,0 1 0,1-1 0,1 0 0,-1 0 0,2 11 0,-1-16 0,1 1 0,0 0 0,0 0 0,1 0 0,-1-1 0,1 1 0,0 0 0,0-1 0,0 0 0,0 1 0,0-1 0,1 0 0,-1 0 0,1 0 0,0-1 0,0 1 0,0-1 0,0 1 0,1-1 0,-1 0 0,0 0 0,1-1 0,0 1 0,-1-1 0,1 1 0,0-1 0,0 0 0,0-1 0,5 1 0,106 18-682,177 7-1,-253-26-6143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53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24575,'0'184'0,"0"-216"0,2-1 0,2 1 0,0 1 0,2-1 0,2 1 0,0 0 0,19-42 0,-25 68 5,1 0-1,0 0 1,1 1 0,-1-1-1,1 1 1,0-1-1,0 1 1,0 0-1,1 1 1,-1-1 0,1 1-1,0 0 1,0 0-1,0 0 1,0 1 0,0 0-1,1 0 1,-1 0-1,1 1 1,5-2-1,11 0-223,0 1 0,0 1-1,41 4 1,-41-2-365,17 1-6242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0:54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 24575,'-6'0'0,"1"0"0,-1 1 0,1 0 0,-1 1 0,1-1 0,-1 1 0,1 0 0,0 0 0,0 1 0,0-1 0,0 1 0,0 0 0,0 1 0,1-1 0,0 1 0,-1 0 0,2 0 0,-1 0 0,0 0 0,1 1 0,0 0 0,-5 7 0,4-5 0,1 0 0,0 0 0,0 0 0,1 1 0,0-1 0,0 0 0,0 1 0,1 0 0,0-1 0,1 1 0,0 0 0,0-1 0,0 1 0,1 0 0,0-1 0,3 11 0,-2-14 0,-1-1 0,1 1 0,0-1 0,0 1 0,0-1 0,0 0 0,1 0 0,-1 0 0,1 0 0,0 0 0,0 0 0,0-1 0,0 0 0,0 1 0,0-1 0,1 0 0,-1-1 0,1 1 0,0-1 0,5 3 0,10 0 0,-1 0 0,1-1 0,24 1 0,-26-3 0,0 0 0,28 8 0,-38-7 0,0 1 0,-1 0 0,1 1 0,-1-1 0,0 1 0,0 0 0,0 1 0,-1-1 0,0 1 0,0 0 0,0 1 0,0-1 0,-1 1 0,0 0 0,0 0 0,0 0 0,-1 0 0,0 1 0,0 0 0,3 12 0,-2-4 0,0 1 0,-2-1 0,0 1 0,-1-1 0,0 1 0,-1 0 0,-1-1 0,-5 30 0,3-33 0,-1-1 0,-1 1 0,0-1 0,-1 0 0,0 0 0,0 0 0,-1-1 0,0 0 0,-1 0 0,0-1 0,-1 0 0,0 0 0,-11 8 0,0-2 0,0 0 0,0-1 0,-2-1 0,1-1 0,-40 15 0,39-20-195,0-2 0,-1 0 0,1-1 0,-1-1 0,0-2 0,-25 0 0,9-2-6631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0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0 738 24575,'0'-40'0,"8"-199"0,-4 207 0,1 0 0,1 1 0,2 0 0,1 1 0,20-45 0,-26 70 0,0 0 0,0 0 0,0 0 0,1 0 0,0 0 0,0 1 0,0 0 0,0 0 0,1 0 0,0 0 0,-1 1 0,1 0 0,1 0 0,-1 0 0,0 1 0,1-1 0,-1 1 0,1 0 0,0 1 0,11-2 0,8 0 0,1 1 0,0 1 0,41 4 0,-25-1 0,176 2 0,-31-2 0,249 34 0,-251-10 0,1-8 0,215-6 0,-379-13 0,1-1 0,-1-1 0,0-1 0,0-1 0,-1-1 0,1 0 0,-1-2 0,-1-1 0,1 0 0,-1-2 0,-1 0 0,0-1 0,-1-1 0,0 0 0,-1-2 0,26-27 0,-24 20 0,-12 15 0,-1-1 0,1 1 0,0 0 0,1 1 0,11-9 0,-16 14 0,-1 0 0,0 0 0,0 0 0,1 0 0,-1 0 0,0 1 0,1-1 0,-1 1 0,1 0 0,-1-1 0,1 1 0,-1 0 0,1 0 0,-1 1 0,0-1 0,1 0 0,-1 1 0,1 0 0,-1-1 0,0 1 0,1 0 0,-1 0 0,0 0 0,0 1 0,0-1 0,4 3 0,5 5 0,-1 1 0,0 0 0,0 1 0,15 23 0,-19-24 0,1-1 0,0 0 0,0 0 0,1-1 0,0 0 0,1 0 0,0-1 0,0 0 0,11 6 0,11 1 0,2-1 0,-1-2 0,1-1 0,1-1 0,0-2 0,60 4 0,216-9 0,-161-6 0,97 1 0,391 6 0,-559 2 0,140 25 0,-184-23 0,-1 2 0,0 1 0,-1 1 0,0 2 0,-1 1 0,47 30 0,-72-40-68,-1 0 0,0 1-1,0-1 1,0 1 0,-1 1 0,1-1-1,-1 1 1,-1-1 0,1 1 0,-1 0-1,0 0 1,0 1 0,-1-1 0,1 1-1,-2-1 1,1 1 0,-1 0 0,0-1-1,0 10 1,2 19-6758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1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24575,'-9'0'0,"0"0"0,1 0 0,-1 1 0,0 0 0,1 1 0,-1 0 0,1 0 0,-1 1 0,1 0 0,0 0 0,-13 8 0,16-7 0,0 0 0,0 1 0,1-1 0,-1 1 0,1 0 0,0 1 0,0-1 0,1 0 0,-1 1 0,1 0 0,1 0 0,-1 0 0,1 0 0,0 1 0,0-1 0,-1 8 0,1-4 0,0 0 0,1-1 0,0 1 0,1 0 0,-1 0 0,2 0 0,0-1 0,0 1 0,0 0 0,1-1 0,1 1 0,6 16 0,-6-20 0,1 0 0,0 0 0,-1-1 0,2 1 0,-1-1 0,1 0 0,0-1 0,0 1 0,0-1 0,0 0 0,1 0 0,0 0 0,0-1 0,0 0 0,0 0 0,0-1 0,1 1 0,-1-1 0,10 1 0,10 2 0,-1-1 0,36 1 0,-49-5 0,0 0 0,0 0 0,0-1 0,-1-1 0,1 0 0,0-1 0,14-5 0,-22 6 5,0-1-1,0 1 0,0-1 1,0 1-1,-1-1 1,1-1-1,-1 1 1,0 0-1,0-1 0,0 1 1,-1-1-1,1 0 1,-1 0-1,0 0 0,0 0 1,0-1-1,0 1 1,-1-1-1,0 1 0,0-1 1,1-4-1,1-12-227,-2 0-1,0 0 1,-3-28-1,2 32-344,-2-22-6258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3 141 24575,'-1'37'0,"0"-26"0,1 1 0,0 0 0,0 0 0,3 13 0,-3-24 0,0-1 0,0 0 0,0 0 0,0 1 0,0-1 0,0 0 0,0 0 0,0 0 0,0 1 0,1-1 0,-1 0 0,0 0 0,0 1 0,0-1 0,0 0 0,0 0 0,0 0 0,0 1 0,1-1 0,-1 0 0,0 0 0,0 0 0,0 0 0,0 1 0,1-1 0,-1 0 0,0 0 0,0 0 0,0 0 0,1 0 0,-1 0 0,0 0 0,0 1 0,0-1 0,1 0 0,-1 0 0,0 0 0,0 0 0,1 0 0,-1 0 0,0 0 0,0 0 0,0 0 0,1 0 0,-1 0 0,0 0 0,1-1 0,10-10 0,10-27 0,-19 33 0,7-12 0,1 1 0,0 0 0,1 0 0,1 1 0,0 1 0,1 0 0,19-16 0,-23 23 0,1 0 0,0 0 0,1 1 0,0 0 0,0 1 0,0 0 0,0 1 0,1 0 0,-1 1 0,1 0 0,0 1 0,18-1 0,57 2-1365,-48 2-5461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3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0 24575,'0'349'0,"1"-347"0,-1 0 0,0 1 0,0-1 0,0 0 0,0 0 0,0 1 0,0-1 0,-1 0 0,1 0 0,-1 0 0,1 1 0,-1-1 0,0 0 0,0 0 0,0 0 0,0 0 0,0 0 0,-3 2 0,2-3 0,0-1 0,-1 1 0,1-1 0,-1 1 0,1-1 0,-1 0 0,1 0 0,-1 0 0,1 0 0,-1 0 0,1-1 0,-1 1 0,1-1 0,-1 0 0,-3-1 0,-2 0 0,0 0 0,-1 1 0,1 0 0,0 1 0,-1 0 0,1 0 0,-1 1 0,1 0 0,0 0 0,-16 5 0,21-5 0,0 0 0,0 0 0,0 0 0,1 1 0,-1-1 0,0 1 0,0 0 0,1-1 0,-1 1 0,1 1 0,0-1 0,-1 0 0,1 0 0,0 1 0,0 0 0,1-1 0,-1 1 0,0 0 0,1 0 0,0-1 0,0 1 0,0 0 0,0 1 0,0-1 0,0 0 0,1 0 0,-1 0 0,1 0 0,0 0 0,0 1 0,0-1 0,1 4 0,0-3 7,0 0-1,0-1 1,0 1 0,1 0-1,-1 0 1,1 0 0,0-1-1,0 1 1,0-1-1,0 0 1,1 1 0,0-1-1,-1 0 1,1 0 0,0-1-1,0 1 1,4 2-1,2 0-218,-1 0 0,0 0 0,1-1 0,0 0 0,0 0 0,10 1 0,20 4-6614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4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55 158 24575,'17'0'0,"-5"1"0,0-1 0,0-1 0,0 0 0,0 0 0,16-5 0,-24 5 0,-1 0 0,0-1 0,1 0 0,-1 1 0,0-1 0,0-1 0,0 1 0,0 0 0,0-1 0,-1 1 0,1-1 0,-1 0 0,1 0 0,-1 0 0,0 0 0,0 0 0,-1 0 0,1-1 0,-1 1 0,1 0 0,0-6 0,0 6 0,-1 1 0,0-1 0,-1 1 0,1 0 0,0-1 0,-1 1 0,1-1 0,-1 0 0,0 1 0,0-1 0,0 1 0,0-1 0,0 0 0,-1 1 0,1-1 0,-1 1 0,0-1 0,1 1 0,-1-1 0,0 1 0,0 0 0,-1 0 0,1-1 0,0 1 0,-1 0 0,0 0 0,1 0 0,-1 0 0,0 0 0,0 1 0,0-1 0,0 1 0,0-1 0,0 1 0,-1-1 0,1 1 0,-4-1 0,1 1 0,-1 0 0,1 0 0,0 0 0,-1 1 0,1 0 0,-1 0 0,1 0 0,-1 1 0,1-1 0,-1 1 0,1 1 0,0-1 0,0 1 0,0 0 0,0 0 0,-10 6 0,8-3 0,0 1 0,1 0 0,0 0 0,0 1 0,0 0 0,1 0 0,-1 0 0,2 1 0,-1 0 0,1-1 0,0 2 0,1-1 0,0 0 0,0 1 0,1-1 0,0 1 0,1 0 0,0 0 0,0-1 0,1 11 0,-1-8 0,1 1 0,0-1 0,1 0 0,1 0 0,0 0 0,0 0 0,1 0 0,0 0 0,1-1 0,0 0 0,1 1 0,0-2 0,1 1 0,0 0 0,12 15 0,-6-15 0,0 0 0,0 0 0,1-1 0,0-1 0,0 0 0,1-1 0,0 0 0,1-1 0,-1-1 0,1 0 0,22 4 0,-27-7 0,0 0 0,-1-1 0,1 0 0,0-1 0,0 0 0,0-1 0,-1 0 0,1 0 0,0-1 0,-1 0 0,1 0 0,-1-1 0,0-1 0,0 0 0,0 0 0,0 0 0,-1-1 0,1-1 0,8-7 0,-6 3-170,-1-1-1,0-1 0,0 1 1,-1-1-1,-1-1 0,0 0 1,11-27-1,-4 0-6655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5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24575,'0'31'0,"-4"127"0,2-134 0,-1-1 0,-1 0 0,-1 0 0,-11 32 0,9-79 0,3-17 0,3 28 0,1 0 0,1 0 0,0 0 0,1 0 0,0 0 0,5-16 0,-5 24 0,0 0 0,0 1 0,0 0 0,0-1 0,1 1 0,0 0 0,0 0 0,0 0 0,0 0 0,1 1 0,-1 0 0,1-1 0,0 1 0,0 0 0,0 1 0,0-1 0,1 1 0,-1 0 0,1 0 0,5-2 0,29-4-1365,-2 4-5461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5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17 24575,'0'-1'0,"1"1"0,-1-1 0,0 1 0,0-1 0,0 1 0,0-1 0,0 1 0,0-1 0,0 1 0,0-1 0,0 1 0,0-1 0,-1 1 0,1-1 0,0 1 0,0-1 0,0 1 0,-1-1 0,1 1 0,0-1 0,0 1 0,-1-1 0,1 1 0,-1 0 0,1-1 0,0 1 0,-1-1 0,1 1 0,-1 0 0,1 0 0,0-1 0,-1 1 0,1 0 0,-1 0 0,1-1 0,-1 1 0,1 0 0,-1 0 0,0 0 0,1 0 0,-1 0 0,1 0 0,-1 0 0,1 0 0,-1 0 0,1 0 0,-1 0 0,1 0 0,-1 0 0,0 1 0,0 0 0,0-1 0,0 1 0,0 0 0,1-1 0,-1 1 0,0 0 0,1 0 0,-1 0 0,0 0 0,1 0 0,-1 0 0,1 0 0,-1 0 0,1 0 0,0 0 0,0 0 0,-1 0 0,1 0 0,0 0 0,0 0 0,0 0 0,0 0 0,0 0 0,0 0 0,0 0 0,0 0 0,0 0 0,1 2 0,5 10 0,-1 0 0,2-1 0,0 0 0,0 0 0,1 0 0,1-1 0,0 0 0,18 17 0,-4-3 0,40 42 0,-41-47 0,-1 1 0,-1 2 0,-2 0 0,0 0 0,21 39 0,-37-58 7,0-1-1,0 1 0,-1 0 0,1 0 1,-1 0-1,0 0 0,0 0 1,-1 0-1,1 0 0,-1 0 1,0 0-1,0 0 0,0 0 0,0 1 1,-1-1-1,0 0 0,0 0 1,-2 6-1,0-5-141,-1 1 0,0 0 0,0-1 0,0 0 0,0 0 0,-1 0 0,0-1 0,0 1 0,0-1 0,-8 4 0,-10 8-6691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 24575,'0'7'0,"0"11"0,0 10 0,0 14 0,-8 2 0,-2 7 0,1 10 0,1 3 0,-5-10 0,0 2 0,-6-3 0,0-1 0,-3-10 0,1-12-8191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7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24575,'1'5'0,"0"0"0,1 0 0,0-1 0,0 1 0,0-1 0,0 1 0,5 6 0,2 5 0,7 11 0,0-1 0,23 26 0,2 6 0,-32-44 0,1-1 0,0 0 0,1 0 0,0-1 0,0 0 0,2-1 0,20 15 0,-27-22 0,1 0 0,-1-1 0,1 0 0,0 0 0,0-1 0,0 0 0,0 0 0,1 0 0,-1-1 0,1 0 0,-1-1 0,0 0 0,1 0 0,-1 0 0,1-1 0,-1 0 0,0 0 0,1-1 0,7-3 0,18-8-273,0-2 0,0-1 0,-2-1 0,51-38 0,-51 31-6553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8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0 415 24575,'2'211'0,"9"-306"0,5 1 0,55-184 0,-67 268 0,-1 0 0,2 0 0,-1 0 0,1 1 0,1 0 0,0 0 0,0 0 0,1 0 0,0 1 0,0 0 0,11-8 0,-11 11 0,1 0 0,1 0 0,-1 1 0,1 0 0,-1 0 0,1 1 0,0 0 0,0 1 0,0 0 0,1 0 0,-1 1 0,1 0 0,9 1 0,161 8-1365,-141-6-5461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8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5 315 24575,'20'0'0,"19"1"0,0-3 0,44-6 0,-73 6 0,1 0 0,-1 0 0,0-1 0,0-1 0,0 0 0,0 0 0,0-1 0,-1 0 0,0-1 0,0 0 0,0 0 0,12-13 0,-16 13 0,0 0 0,-1 0 0,0 0 0,0-1 0,-1 0 0,1 0 0,-2 0 0,1 0 0,-1 0 0,0 0 0,0-1 0,-1 1 0,0-1 0,-1 1 0,1-1 0,-1 0 0,-1 1 0,0-1 0,0 1 0,-3-11 0,4 13 0,-1 1 0,-1 0 0,1 0 0,-1 0 0,0 1 0,0-1 0,0 0 0,0 1 0,0-1 0,-1 1 0,0-1 0,1 1 0,-1 0 0,-1 0 0,1 1 0,0-1 0,-1 1 0,1-1 0,-1 1 0,0 0 0,1 0 0,-1 1 0,0-1 0,0 1 0,-1 0 0,1 0 0,0 0 0,0 1 0,0-1 0,0 1 0,-1 0 0,1 0 0,0 1 0,0-1 0,-1 1 0,-6 2 0,-7 3 0,0 2 0,0 0 0,1 1 0,0 0 0,0 2 0,1 0 0,1 0 0,0 2 0,-16 16 0,25-22 5,1 0 1,0 0-1,0 1 0,0-1 0,1 1 1,0 0-1,0 1 0,1-1 0,0 0 0,1 1 1,0 0-1,0 0 0,1-1 0,0 1 1,0 0-1,1 0 0,1 0 0,1 15 0,-1-16-60,1-1-1,-1 1 0,2 0 0,-1-1 0,1 0 0,0 0 0,0 0 0,1 0 0,-1 0 0,2-1 1,-1 1-1,1-1 0,0 0 0,0-1 0,1 1 0,-1-1 0,1 0 0,0 0 0,1-1 0,-1 0 1,14 6-1,55 18-5966,43 19 6156,-92-35-1307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9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1 196 24575,'7'0'0,"3"8"0,0 9 0,5 3 0,8-3 0,8-3 0,-2-20 0,-5-17 0,0-3 0,-3-6 0,-6-5 0,-5-3 0,-5-3 0,5 6 0,0 9-8191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9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24575,'0'16'0,"0"4"-8191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0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24575,'0'8'0,"0"9"0,0 10 0,8 8 0,2 6 0,0 2 0,-2 3 0,-2 1 0,-3-1 0,6 1 0,10-9 0,1-11-8191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10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53 352 24575,'9'0'0,"-1"0"0,1 0 0,0-1 0,0 0 0,0 0 0,0-1 0,-1 0 0,1-1 0,-1 0 0,1 0 0,-1-1 0,0 0 0,-1-1 0,1 0 0,-1 0 0,0 0 0,0-1 0,0 0 0,-1 0 0,0-1 0,0 1 0,0-1 0,-1-1 0,0 1 0,-1-1 0,0 0 0,0 0 0,-1 0 0,1-1 0,-2 1 0,1-1 0,1-11 0,-2 8 0,0-1 0,0 0 0,-1 1 0,-1-1 0,0 0 0,-1 0 0,-3-15 0,4 25 0,-1 0 0,1 1 0,-1-1 0,0 0 0,0 0 0,0 0 0,0 1 0,0-1 0,-1 1 0,1-1 0,-1 1 0,0-1 0,0 1 0,0 0 0,0 0 0,0 0 0,0 0 0,0 0 0,-1 1 0,1-1 0,-1 0 0,1 1 0,-1 0 0,0 0 0,1 0 0,-1 0 0,0 0 0,0 0 0,0 1 0,0-1 0,1 1 0,-1 0 0,0 0 0,0 0 0,0 0 0,-5 2 0,-1-1 0,0 2 0,0-1 0,1 1 0,-1 0 0,1 1 0,0 0 0,0 0 0,1 1 0,-1-1 0,1 2 0,0-1 0,0 1 0,0 0 0,1 1 0,0 0 0,1 0 0,-1 0 0,1 0 0,-7 15 0,5-8 0,1 0 0,1 0 0,0 0 0,0 1 0,2-1 0,0 1 0,0 0 0,2 0 0,0 0 0,1 29 0,1-38 0,0-1 0,0 1 0,1-1 0,0 0 0,0 1 0,0-1 0,0 0 0,1 0 0,0 0 0,0-1 0,0 1 0,0-1 0,1 1 0,0-1 0,0 0 0,0 0 0,0-1 0,0 0 0,1 1 0,0-1 0,0-1 0,0 1 0,0-1 0,0 0 0,6 2 0,16 5 0,1-2 0,1-1 0,50 5 0,-19-3 0,-17 0-120,92 13 373,-117-19-503,0-1 1,0-1-1,-1 0 0,1-1 1,23-5-1,-11-3-6576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11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24575,'-2'48'0,"3"46"0,0-86 0,-1-1 0,2 1 0,-1-1 0,1 0 0,0 0 0,1 0 0,-1 0 0,2 0 0,6 11 0,-10-17 0,1 0 0,0 1 0,0-1 0,1 0 0,-1 0 0,0 0 0,0 0 0,0 0 0,1 0 0,-1 0 0,1 0 0,-1 0 0,1-1 0,-1 1 0,1-1 0,-1 1 0,1-1 0,-1 1 0,1-1 0,-1 0 0,4 0 0,33-9 0,1 0 0,-38 9 0,1 0 0,0 0 0,-1 1 0,1-1 0,-1 0 0,1 1 0,-1-1 0,1 1 0,-1 0 0,1-1 0,-1 1 0,0 0 0,1 0 0,-1 0 0,0 0 0,0 0 0,0 0 0,0 0 0,0 1 0,0-1 0,0 0 0,0 1 0,1 1 0,27 72 0,-23-55 0,1 0 0,1-1 0,0-1 0,16 26 0,-22-41 0,0 0 0,1 1 0,-1-1 0,1 0 0,0 0 0,-1-1 0,1 1 0,1 0 0,-1-1 0,0 0 0,1 0 0,-1 0 0,1 0 0,-1-1 0,1 1 0,0-1 0,0 0 0,0 0 0,0 0 0,0-1 0,0 1 0,0-1 0,0 0 0,0 0 0,0 0 0,0-1 0,5-1 0,1 0 8,-1-2 0,0 1 0,-1-1 0,1-1 0,-1 1 0,1-2 0,-2 1 0,1-1 0,0 0 0,-1-1 0,0 1 0,-1-1 0,0-1 0,10-13 0,4-10-503,-1-1 0,20-48 0,-25 49-6331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12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2 24575,'-43'-1'0,"12"0"0,-1 1 0,-41 6 0,66-5 0,0 0 0,0 1 0,0 0 0,0 0 0,0 0 0,0 1 0,1 0 0,-1 0 0,1 1 0,0-1 0,0 1 0,0 1 0,1-1 0,-1 1 0,-7 9 0,10-11 0,1 0 0,0 0 0,0 1 0,0-1 0,0 0 0,1 1 0,-1-1 0,1 1 0,0 0 0,0-1 0,0 1 0,0 0 0,1 0 0,0 0 0,0-1 0,0 1 0,0 0 0,0 0 0,2 5 0,0-4 0,0 0 0,0 1 0,0-1 0,1 0 0,0 0 0,0-1 0,1 1 0,-1-1 0,1 1 0,0-1 0,8 6 0,5 4 0,1-2 0,1 0 0,0-2 0,1 0 0,37 14 0,345 99 0,-329-103 0,-61-16 0,-1-1 0,1 2 0,-1 0 0,0 0 0,0 1 0,0 0 0,-1 1 0,0 0 0,10 9 0,-18-14 0,1 1 0,-1-1 0,0 1 0,0 0 0,0 0 0,-1-1 0,1 1 0,-1 0 0,1 0 0,-1 1 0,0-1 0,0 0 0,-1 0 0,1 0 0,0 6 0,-1-5 0,-1 0 0,1 0 0,-1-1 0,0 1 0,0 0 0,-1 0 0,1-1 0,-1 1 0,0-1 0,0 0 0,0 1 0,0-1 0,0 0 0,-1 0 0,1 0 0,-6 4 0,-6 5 8,0-1 0,-1 0 0,0-1 1,-1-1-1,0 0 0,-1-1 0,0-1 0,0 0 0,-1-2 0,1 0 0,-1 0 0,-29 2 0,-22-1-538,-136-4 0,176-3 120,-21 0-6416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1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0 437 24575,'12'-1'0,"0"-1"0,-1 0 0,0-1 0,0 0 0,0-1 0,0 0 0,16-9 0,20-7 0,61-18 0,183-56 0,-205 77 0,0 4 0,1 4 0,0 3 0,0 5 0,98 10 0,-116 0 0,-1 3 0,101 32 0,-99-23 0,143 22 0,-110-36 0,0-3 0,126-13 0,-204 6 0,1-1 0,-1-2 0,0 0 0,0-1 0,45-21 0,109-71 0,-25 13 0,-84 48 0,-38 20 0,58-24 0,-84 40 0,-1 0 0,0 1 0,1 0 0,-1 0 0,1 0 0,-1 0 0,1 1 0,0 0 0,-1 0 0,1 0 0,-1 1 0,1 0 0,-1 0 0,1 0 0,-1 1 0,9 4 0,-1 1 0,0 1 0,0 0 0,-1 1 0,18 18 0,-16-15 0,0 0 0,1 0 0,21 12 0,-5-9 0,0-2 0,1 0 0,0-3 0,1 0 0,0-2 0,1-2 0,0 0 0,-1-3 0,55 0 0,985-7 0,-863 14 0,-177-6 0,0 1 0,-1 2 0,0 1 0,40 17 0,-56-17 10,0 0 0,0 2 0,-1-1 1,-1 2-1,1 0 0,-2 1 0,0 1 0,0 0 0,-1 0 0,20 30 0,2 11-612,45 97 0,-72-137 330,15 31-6554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1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24575,'0'-8'0,"0"-2"-8191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2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2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24575,'7'0'0,"11"0"0,9 0 0,8 0 0,6 0 0,-5 0-8191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3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24575,'0'8'0,"0"10"0,-8 17 0,-2 10 0,0 13 0,2 3 0,2 0 0,3-3 0,-7-12 0,0 2 0,0 0 0,3 0 0,2-1 0,2-9-8191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4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0 315 24575,'23'-1'0,"1"-2"0,-1-1 0,41-13 0,-27 7 0,-21 5 0,-1-1 0,0 0 0,0-2 0,-1 1 0,1-2 0,-2 0 0,1-1 0,-1 0 0,-1-1 0,0 0 0,0-1 0,-1 0 0,-1-1 0,9-14 0,-17 24 0,0 0 0,0 0 0,-1 0 0,1-1 0,-1 1 0,0-1 0,0 1 0,0-1 0,0 1 0,-1-1 0,1 0 0,-1 1 0,0-1 0,0 0 0,0 1 0,-1-1 0,1 1 0,-1-1 0,0 0 0,-1-4 0,0 5 0,-1 0 0,1 0 0,0 0 0,-1 0 0,0 0 0,1 1 0,-1-1 0,0 1 0,0 0 0,0-1 0,-1 1 0,1 1 0,-1-1 0,1 0 0,-1 1 0,1 0 0,-1 0 0,0 0 0,-6-1 0,2 1 0,-1 0 0,1 0 0,-1 1 0,0 0 0,1 1 0,-1 0 0,1 0 0,-1 0 0,1 1 0,0 1 0,0-1 0,0 1 0,0 1 0,0-1 0,1 1 0,-1 1 0,1 0 0,0 0 0,0 0 0,1 0 0,0 1 0,0 0 0,0 1 0,0-1 0,1 1 0,-8 14 0,9-14 0,1 0 0,-1 1 0,1-1 0,0 1 0,1 0 0,0 0 0,0 0 0,1 0 0,0 0 0,0 0 0,1 0 0,0 0 0,1 0 0,-1 1 0,1-1 0,1 0 0,0 0 0,0 0 0,0-1 0,1 1 0,0 0 0,1-1 0,0 0 0,0 0 0,0 0 0,1 0 0,0-1 0,8 9 0,-2-6 0,0 0 0,1 0 0,0-1 0,0 0 0,0-1 0,27 11 0,-8-6 0,62 15 0,-15-16-1365,-43-8-5461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5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24575,'0'125'0,"0"-125"0,0 1 0,0-1 0,0 1 0,-1-1 0,1 1 0,0-1 0,0 0 0,0 1 0,0-1 0,0 1 0,0-1 0,0 1 0,0-1 0,0 1 0,0-1 0,0 1 0,1-1 0,-1 0 0,0 1 0,0-1 0,0 1 0,1-1 0,-1 0 0,0 1 0,0-1 0,1 1 0,-1-1 0,0 0 0,1 1 0,-1-1 0,0 0 0,1 0 0,-1 1 0,0-1 0,1 0 0,-1 0 0,1 1 0,-1-1 0,1 0 0,-1 0 0,1 0 0,-1 0 0,0 0 0,1 0 0,0 0 0,23-18 0,26-46 0,-45 58 0,20-30 0,39-49 0,-56 76 0,0 0 0,0 1 0,1 1 0,-1-1 0,2 1 0,16-10 0,-24 16 0,-1 1 0,0-1 0,1 0 0,-1 0 0,1 1 0,-1-1 0,1 1 0,-1-1 0,1 1 0,-1 0 0,1 0 0,0 0 0,-1 0 0,1 0 0,-1 0 0,1 0 0,-1 0 0,1 0 0,0 1 0,-1-1 0,1 1 0,-1-1 0,1 1 0,-1 0 0,0-1 0,1 1 0,-1 0 0,0 0 0,1 0 0,-1 0 0,0 0 0,0 0 0,0 0 0,0 1 0,0-1 0,0 0 0,0 1 0,0-1 0,-1 1 0,1-1 0,0 0 0,-1 1 0,0-1 0,1 1 0,-1 0 0,1 2 0,2 10 0,-1-1 0,-1 1 0,0 0 0,0 16 0,-1-25 0,-2 31 0,0-28 0,2 1 0,-1-1 0,1 0 0,0 0 0,1 1 0,0-1 0,0 0 0,1 0 0,2 9 0,-3-16 0,-1 0 0,1 0 0,0-1 0,-1 1 0,1 0 0,0 0 0,-1 0 0,1-1 0,0 1 0,0 0 0,0-1 0,-1 1 0,1-1 0,0 1 0,0-1 0,0 1 0,0-1 0,0 0 0,0 1 0,0-1 0,0 0 0,0 0 0,0 0 0,0 0 0,0 0 0,0 0 0,0 0 0,0 0 0,0 0 0,0 0 0,0 0 0,0-1 0,0 1 0,0 0 0,0-1 0,0 1 0,0-1 0,1 0 0,36-24 0,-36 23 0,71-63 0,-47 41 0,0 1 0,1 1 0,32-20 0,-55 40 0,-1 0 0,0 0 0,1 0 0,-1 1 0,1-1 0,0 1 0,0 0 0,-1 0 0,1 0 0,0 1 0,0-1 0,0 1 0,0 0 0,0 0 0,0 0 0,0 0 0,0 1 0,-1 0 0,1 0 0,0 0 0,0 0 0,0 0 0,5 4 0,-5-2 0,0 1 0,0-1 0,0 1 0,0 0 0,-1 0 0,0 0 0,0 0 0,0 1 0,0-1 0,-1 1 0,1 0 0,-1 0 0,-1 0 0,1 0 0,-1 0 0,1 0 0,-1 6 0,3 21-455,-2 0 0,-1 35 0,-2-27-6371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6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 24575,'-7'-1'0,"0"1"0,0 0 0,0 1 0,0 0 0,0 0 0,0 1 0,0-1 0,0 1 0,1 1 0,-9 3 0,11-3 0,1 0 0,-1 0 0,1 0 0,0 0 0,0 0 0,0 1 0,0-1 0,1 1 0,-1 0 0,1 0 0,0 0 0,0 0 0,0 0 0,1 0 0,-1 1 0,1-1 0,-1 6 0,1-2 0,0-1 0,0 0 0,0 1 0,1-1 0,0 1 0,0-1 0,1 0 0,0 1 0,0-1 0,1 0 0,0 1 0,0-1 0,0 0 0,8 13 0,1-2 0,1-1 0,1 0 0,27 28 0,-2-3 0,-35-38 0,0 0 0,1 0 0,-1 0 0,-1 1 0,1-1 0,-1 1 0,1 0 0,-1 0 0,-1 0 0,1 0 0,-1 0 0,0 0 0,0 0 0,0 0 0,-1 1 0,1-1 0,-1 0 0,-1 0 0,-1 9 0,1-8 0,-1 0 0,-1 0 0,1 0 0,-1-1 0,0 0 0,0 1 0,-1-1 0,1 0 0,-1 0 0,0-1 0,-1 1 0,1-1 0,-1 0 0,0 0 0,0-1 0,-8 6 0,-27 10-1365,1-5-5461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7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24575,'0'-8'0,"0"-10"0,7-9 0,4-8 0,6 2 0,8-1 0,1 6-8191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8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0 123 24575,'0'-7'0,"0"-11"0,0-9 0,8-1 0,9 6 0,11 5 0,-1 14 0,-4 14 0,1 14 0,-3 9 0,-5 8 0,-6-5-8191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8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8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24575,'0'8'0,"0"9"0,0 10 0,0 8 0,0-2-8191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9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24575,'0'7'0,"0"11"0,8-6 0,1-12 0,9-7 0,-1-8 0,6-3 0,-2-6 0,4 2 0,4 4 0,6 5 0,3 5 0,-3 12 0,-1 12 0,-7 11 0,-7 9 0,-7-3-8191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9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24575,'7'0'0,"11"0"0,9 0 0,8 0 0,5 0 0,4 0 0,2 0 0,-7-8 0,-10-2-8191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29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24575,'0'8'0,"0"10"0,-7 24 0,-11 21 0,-9-1 0,0-3 0,4-4 0,6-4 0,7-3 0,-4-10 0,1-11-8191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0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12 358 24575,'1'-3'0,"-1"0"0,1 0 0,-1 1 0,1-1 0,0 0 0,0 0 0,1 0 0,-1 1 0,1-1 0,-1 0 0,1 1 0,0 0 0,-1-1 0,2 1 0,-1 0 0,2-2 0,44-33 0,-33 27 0,-11 7 0,8-5 0,0 0 0,0-1 0,-1 0 0,0-1 0,0 0 0,-1-1 0,0 0 0,-1 0 0,-1-1 0,13-23 0,-13 19 0,-5 9 0,1 0 0,-1 0 0,0 0 0,-1-1 0,4-15 0,-6 21 0,0 0 0,0 1 0,0-1 0,0 0 0,-1 0 0,1 0 0,0 1 0,-1-1 0,1 0 0,-1 1 0,0-1 0,1 0 0,-1 1 0,0-1 0,0 1 0,0-1 0,0 1 0,0-1 0,-1 1 0,1 0 0,0 0 0,-1-1 0,1 1 0,0 0 0,-1 0 0,1 0 0,-1 1 0,0-1 0,1 0 0,-1 1 0,0-1 0,-1 0 0,-4-1 0,-1 0 0,1 1 0,0 0 0,-1 0 0,1 1 0,-1 0 0,1 0 0,0 1 0,-1 0 0,1 0 0,0 0 0,0 1 0,-1 0 0,1 1 0,1 0 0,-1 0 0,0 0 0,1 1 0,-1 0 0,1 0 0,0 0 0,1 1 0,-1 0 0,1 0 0,0 1 0,0-1 0,0 1 0,1 0 0,0 0 0,0 1 0,1-1 0,0 1 0,0 0 0,0 0 0,-2 11 0,1-1 0,1 1 0,0 0 0,2 0 0,0 1 0,1-1 0,1 0 0,1 0 0,0 0 0,1 0 0,6 19 0,-6-32 0,1-1 0,-1 1 0,1 0 0,0-1 0,0 0 0,0 0 0,1 0 0,-1-1 0,1 1 0,0-1 0,0 0 0,0 0 0,1-1 0,-1 1 0,0-1 0,1-1 0,0 1 0,-1-1 0,1 0 0,0 0 0,0 0 0,6-1 0,3 1 0,1 0 0,0-2 0,0 0 0,-1 0 0,1-1 0,-1-1 0,17-6 0,-22 5-97,-1-1-1,0 0 1,0-1-1,-1 0 1,0 0-1,0-1 1,0 0-1,-1 0 1,0-1-1,0 0 1,-1 0-1,0 0 0,6-13 1,4-7-6729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1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24575,'1'84'0,"-1"-83"0,0 0 0,0 0 0,1-1 0,-1 1 0,0 0 0,0 0 0,1 0 0,-1-1 0,0 1 0,1 0 0,-1 0 0,1-1 0,-1 1 0,1 0 0,-1-1 0,1 1 0,0 0 0,-1-1 0,1 1 0,0-1 0,-1 1 0,1-1 0,0 1 0,0-1 0,-1 0 0,1 1 0,0-1 0,0 0 0,0 0 0,0 0 0,-1 1 0,1-1 0,0 0 0,0 0 0,0 0 0,0 0 0,0-1 0,0 1 0,-1 0 0,2 0 0,41-16 0,-26 9 0,2 0 0,1 1 0,-1 1 0,1 1 0,29-3 0,-43 6 0,0 1 0,-1 0 0,1 0 0,-1 1 0,1-1 0,-1 1 0,1 0 0,-1 1 0,1-1 0,-1 1 0,0 0 0,0 1 0,0-1 0,0 1 0,0 0 0,0 0 0,-1 0 0,1 1 0,-1-1 0,7 9 0,2 12 0,13 20 0,-25-43 0,-1 0 0,1 0 0,-1 0 0,1 0 0,0-1 0,-1 1 0,1 0 0,0-1 0,-1 1 0,1 0 0,0-1 0,0 1 0,0-1 0,-1 1 0,1-1 0,0 0 0,0 1 0,0-1 0,0 0 0,0 0 0,0 1 0,0-1 0,0 0 0,0 0 0,0 0 0,0 0 0,0 0 0,0 0 0,0-1 0,0 1 0,0 0 0,-1 0 0,1-1 0,0 1 0,0-1 0,0 1 0,1-1 0,9-9 0,-1 0 0,0 0 0,11-15 0,-16 17 0,0 1 0,1 0 0,0 0 0,0 0 0,1 1 0,0 0 0,0 0 0,0 1 0,1 0 0,0 0 0,14-6 0,-20 11 0,0-1 0,0 1 0,0-1 0,0 1 0,0 0 0,0 0 0,0 0 0,0 0 0,0 0 0,0 0 0,0 1 0,0-1 0,0 1 0,0-1 0,0 1 0,0 0 0,0-1 0,0 1 0,0 0 0,-1 1 0,1-1 0,2 2 0,-1 0 0,0 1 0,-1-1 0,1 1 0,-1-1 0,0 1 0,0 0 0,0 0 0,-1 0 0,1 0 0,0 6 0,2 10 0,0 0 0,-2 0 0,-1 33 0,-1-48 0,0 15-455,1-1 0,5 28 0,2-15-6371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2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 24575,'-13'0'0,"1"0"0,-1-1 0,0 2 0,0 0 0,0 1 0,-25 6 0,35-7 0,-1 1 0,0 0 0,0 0 0,1 1 0,-1-1 0,1 1 0,0-1 0,-1 1 0,1 0 0,1 0 0,-1 1 0,0-1 0,1 0 0,0 1 0,-1 0 0,1-1 0,1 1 0,-1 0 0,1 0 0,-1 0 0,1 0 0,-1 6 0,1-5 0,0 0 0,1 1 0,-1-1 0,1 0 0,0 1 0,0-1 0,0 0 0,1 1 0,0-1 0,0 0 0,1 0 0,-1 0 0,1 0 0,0 0 0,0 0 0,1 0 0,5 7 0,-6-9 0,1 0 0,-1 0 0,1 0 0,0-1 0,0 1 0,0-1 0,0 0 0,0 0 0,0 0 0,1-1 0,-1 1 0,1-1 0,-1 1 0,1-1 0,0 0 0,0-1 0,-1 1 0,1-1 0,0 1 0,0-1 0,0 0 0,-1-1 0,1 1 0,0-1 0,0 1 0,4-3 0,-3 1 0,1 0 0,-1 0 0,0-1 0,1 0 0,-1 0 0,-1 0 0,1-1 0,0 0 0,-1 0 0,0 0 0,0 0 0,0-1 0,0 1 0,-1-1 0,0 0 0,0 0 0,3-6 0,11-17 0,-11 26 0,-2 13 0,0 19 0,-4-25 0,1 1 15,0-1 0,0 1 0,0-1 0,1 1 0,0-1 0,0 1 0,5 9 0,-6-14-63,0 1 0,0-1 0,0 0 0,0 1 0,0-1 1,0 0-1,0 0 0,1 0 0,-1 0 0,0 0 0,1 0 0,-1 0 0,1 0 0,-1 0 0,1 0 1,-1-1-1,1 1 0,-1-1 0,1 1 0,0-1 0,-1 0 0,1 1 0,-1-1 0,1 0 0,0 0 0,-1 0 1,1-1-1,0 1 0,-1 0 0,4-1 0,18-9-6778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3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 24575,'0'7'0,"0"11"0,0 17 0,0 18 0,0 7 0,0 9 0,-7 7 0,-3-1 0,0-6 0,3-7 0,1-6 0,3-13-8191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4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18 24575,'-23'-7'0,"-8"-3"0,30 10 0,0 0 0,0 0 0,1 0 0,-1 0 0,0 1 0,0-1 0,0 0 0,1 1 0,-1-1 0,0 1 0,1-1 0,-1 1 0,0-1 0,1 1 0,-1-1 0,1 1 0,-1 0 0,1-1 0,-1 1 0,1 0 0,-1-1 0,1 1 0,0 0 0,-1 0 0,1-1 0,0 1 0,0 0 0,-1 0 0,1 0 0,0-1 0,0 1 0,0 0 0,0 0 0,0 0 0,0-1 0,0 1 0,1 2 0,-1 2 0,1 1 0,0-1 0,0 0 0,1 1 0,-1-1 0,1 0 0,0 0 0,1 0 0,-1 0 0,6 8 0,37 48 0,-31-44 0,-10-12 0,0 0 0,0 1 0,0-1 0,-1 1 0,0 0 0,0 0 0,-1 0 0,1 0 0,-1 0 0,-1 1 0,1-1 0,0 9 0,-2-11 0,0 0 0,-1 0 0,1 0 0,-1 0 0,0 0 0,-1 0 0,1 0 0,0 0 0,-1-1 0,0 1 0,0 0 0,0-1 0,0 1 0,-1-1 0,0 0 0,1 0 0,-1 0 0,0 0 0,0 0 0,-1-1 0,-3 3 0,0 0 15,0 0 0,0-1 0,-1 0 0,0 0 0,1-1 0,-1 0 0,-12 3 0,15-5-102,1 0-1,0 0 1,-1-1 0,1 0-1,0 0 1,-1 0 0,1 0-1,0 0 1,-1-1-1,1 0 1,0 0 0,0 0-1,0-1 1,0 1 0,0-1-1,-5-3 1,-13-13-6739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4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24575,'8'0'0,"10"0"0,9 0 0,8 0 0,5 0 0,4 0 0,2 0 0,1 0 0,-8 0-8191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4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0 24575,'-8'0'0,"-2"8"0,-8 9 0,0 10 0,-4 16 0,-7 15 0,2 6 0,-2-1 0,3-3 0,7-5 0,7-3 0,4-4 0,12-9 0,6-12-8191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5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39 24575,'-1'-2'0,"1"0"0,-1 1 0,1-1 0,-1 1 0,0-1 0,0 0 0,0 1 0,0 0 0,0-1 0,0 1 0,0 0 0,0-1 0,0 1 0,-1 0 0,1 0 0,0 0 0,-1 0 0,1 0 0,-1 0 0,1 0 0,-1 1 0,0-1 0,1 1 0,-1-1 0,1 1 0,-1-1 0,-2 1 0,-48-8 0,45 9 0,0 0 0,0 0 0,0 1 0,0 0 0,1 0 0,-1 0 0,0 1 0,1 0 0,0 0 0,0 1 0,0-1 0,0 1 0,-8 8 0,11-10 0,1 0 0,0 0 0,0 0 0,0 0 0,0 0 0,0 0 0,0 0 0,1 1 0,-1-1 0,1 1 0,-1-1 0,1 1 0,0-1 0,0 1 0,0 0 0,1 0 0,-1-1 0,1 1 0,-1 0 0,1 0 0,0 0 0,0 0 0,0-1 0,0 1 0,1 0 0,-1 0 0,1 0 0,0-1 0,0 1 0,0 0 0,0 0 0,0-1 0,0 1 0,1-1 0,-1 0 0,3 3 0,-1-2 0,0 1 0,0-1 0,0 0 0,0 0 0,1-1 0,0 1 0,-1-1 0,1 0 0,0 0 0,0 0 0,0 0 0,0-1 0,0 0 0,1 1 0,-1-2 0,0 1 0,0 0 0,1-1 0,-1 0 0,8 0 0,4-2 0,0-1 0,-1 0 0,1-1 0,17-7 0,-3 1 0,-28 10 0,-1 0 0,0-1 0,0 1 0,0 0 0,0 0 0,0 0 0,1 0 0,-1 0 0,0 0 0,0 0 0,0 0 0,0 0 0,0 1 0,1-1 0,-1 0 0,0 1 0,0-1 0,0 1 0,0-1 0,0 1 0,0-1 0,0 1 0,0 0 0,0 0 0,0-1 0,-1 1 0,1 0 0,0 0 0,0 0 0,-1 0 0,1 0 0,-1 0 0,1 0 0,-1 0 0,1 0 0,-1 0 0,1 2 0,8 51 0,-6-28 0,-3-24-62,1-1 0,-1 1 0,1 0 0,-1-1 0,1 1 0,-1-1 0,1 1 0,0-1 0,0 1 0,0-1 0,0 0 0,0 1-1,0-1 1,0 0 0,0 0 0,1 0 0,-1 0 0,0 0 0,1 0 0,-1 0 0,3 1 0,12 2-6764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6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24575,'8'0'0,"10"0"0,9 0 0,8 0 0,6 0 0,2 0 0,3 0 0,-7 0-8191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6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0 24575,'-8'0'0,"-2"8"0,-7 2 0,-1 7 0,-5 9 0,-5 7 0,1 5 0,5 5 0,0 9 0,2 4 0,6 0 0,5-10-8191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3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174 368 24575,'168'-143'0,"-154"129"0,0 0 0,-1-1 0,-1 0 0,17-28 0,-27 40 0,0-1 0,0 1 0,-1-1 0,0 1 0,0-1 0,0 1 0,0-1 0,0 0 0,-1 0 0,1 0 0,-1 1 0,0-1 0,-1-6 0,0 7 0,0 1 0,0-1 0,0 0 0,0 1 0,0-1 0,-1 1 0,1 0 0,-1-1 0,0 1 0,0 0 0,0 0 0,0 0 0,0 0 0,0 1 0,-1-1 0,1 0 0,0 1 0,-1 0 0,1-1 0,-6-1 0,-3-1 0,0 0 0,0 1 0,0 0 0,0 0 0,-1 2 0,1-1 0,-1 1 0,1 1 0,-1 0 0,1 0 0,-1 1 0,1 1 0,-1 0 0,1 1 0,0 0 0,0 0 0,0 1 0,0 1 0,1 0 0,0 0 0,0 1 0,0 0 0,1 1 0,0 0 0,0 1 0,0 0 0,-12 15 0,9-7 0,0 0 0,1 0 0,2 1 0,-1 1 0,-6 19 0,14-33 0,0 1 0,0-1 0,1 0 0,0 0 0,0 1 0,0-1 0,0 0 0,1 1 0,-1-1 0,1 1 0,1-1 0,-1 1 0,0-1 0,1 1 0,0-1 0,0 0 0,0 1 0,1-1 0,0 0 0,-1 0 0,1 0 0,1 0 0,-1 0 0,1 0 0,-1-1 0,1 1 0,0-1 0,5 5 0,6 1 10,0-1-1,0 0 0,1 0 1,1-2-1,-1 0 0,1-1 1,0 0-1,0-1 0,0-1 1,17 1-1,30 2-514,78-4 0,-116-3 47,31 1-6368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42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515 145 24575,'-12'1'0,"0"0"0,1 0 0,-1 1 0,0 1 0,1 0 0,0 1 0,0 0 0,0 0 0,0 1 0,1 1 0,0 0 0,0 0 0,-12 10 0,-10 12 0,2 0 0,-39 47 0,5-5 0,43-48 0,8-9 0,0 1 0,-1-1 0,0-1 0,-23 15 0,36-27 0,0 1 0,0 0 0,0-1 0,0 1 0,0-1 0,0 1 0,-1-1 0,1 1 0,0-1 0,0 0 0,0 0 0,0 1 0,0-1 0,-1 0 0,1 0 0,0 0 0,0 0 0,0 0 0,0-1 0,-1 1 0,1 0 0,0 0 0,0-1 0,0 1 0,0-1 0,-2 0 0,2 0 0,0-1 0,0 1 0,0 0 0,1-1 0,-1 1 0,0-1 0,0 0 0,1 1 0,-1-1 0,1 1 0,0-1 0,-1 0 0,1 1 0,0-1 0,0-3 0,0-7 0,1-1 0,1 1 0,5-22 0,5-4 0,2 1 0,2 0 0,1 1 0,2 1 0,37-53 0,-18 27 0,-34 55 0,1-1 0,0 1 0,0 1 0,0-1 0,1 1 0,0 0 0,0 0 0,0 1 0,1 0 0,-1 0 0,1 0 0,0 1 0,0 0 0,0 0 0,1 1 0,-1 0 0,1 0 0,-1 1 0,1 0 0,-1 0 0,1 0 0,0 1 0,-1 1 0,14 1 0,15 3 0,1 2 0,-1 2 0,64 24 0,-65-21 0,9 1-1365,-6-2-5461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7:41:44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37 204 24575,'12'1'0,"1"2"0,-1-1 0,0 1 0,0 1 0,0 1 0,0-1 0,-1 2 0,0-1 0,0 2 0,0-1 0,-1 2 0,0-1 0,0 1 0,-1 1 0,16 18 0,-22-21 0,0-1 0,-1 1 0,0 0 0,0 0 0,0 1 0,-1-1 0,1 0 0,-2 1 0,1-1 0,-1 0 0,0 1 0,0-1 0,0 1 0,-1-1 0,0 0 0,-1 0 0,1 1 0,-1-1 0,0 0 0,-6 10 0,3-3 0,-2-1 0,1 0 0,-2 0 0,1-1 0,-1 0 0,-1 0 0,0-1 0,-19 17 0,27-26 0,0 0 0,0 0 0,-1 0 0,1 0 0,0 0 0,0 0 0,0-1 0,-1 1 0,1 0 0,0-1 0,-1 1 0,1-1 0,-1 1 0,1-1 0,-1 0 0,1 0 0,-1 1 0,1-1 0,-1 0 0,1 0 0,-1 0 0,1-1 0,-1 1 0,1 0 0,0 0 0,-4-2 0,4 0 0,-1 1 0,0-1 0,0 0 0,1 0 0,-1 0 0,1 0 0,0 0 0,-1 0 0,1 0 0,0 0 0,0 0 0,0-1 0,1 1 0,-2-5 0,-1-11 0,0 0 0,2-1 0,0-24 0,1 37 0,2-101 0,1 62 0,-2-1 0,-9-72 0,8 117 0,-1 0 0,1 0 0,0 0 0,0 0 0,0 0 0,-1 0 0,1 0 0,0 0 0,0 0 0,0 0 0,1 0 0,-1 0 0,0 0 0,0 0 0,1 0 0,-1 0 0,0 0 0,1 0 0,-1 0 0,1 0 0,-1 0 0,1 0 0,-1 1 0,1-1 0,0 0 0,0 0 0,0 0 0,1 0 0,-1 1 0,1 0 0,-1-1 0,1 1 0,-1 0 0,1 0 0,-1 0 0,1 0 0,-1 0 0,1 0 0,-1 0 0,1 1 0,-1-1 0,1 1 0,2 0 0,6 3 0,-1 1 0,0 0 0,0 0 0,10 8 0,18 20 0,-29-24 0,0-1 0,1-1 0,0 0 0,10 6 0,-12-11 0,-16-13 0,-20-13 0,-83-58 0,102 75 0,1 0 0,-1-1 0,-11-13 0,14 14 0,-1-1 0,1 1 0,-1 1 0,-11-7 0,19 13 0,0-1 0,0 1 0,0 0 0,0-1 0,0 1 0,-1 0 0,1 0 0,0-1 0,0 1 0,0 0 0,-1 0 0,1 0 0,0-1 0,0 1 0,-1 0 0,1 0 0,0 0 0,0 0 0,-1-1 0,1 1 0,0 0 0,0 0 0,-1 0 0,1 0 0,0 0 0,-1 0 0,1 0 0,0 0 0,-1 0 0,1 0 0,0 0 0,0 0 0,-1 0 0,1 0 0,0 0 0,-1 0 0,1 1 0,0-1 0,0 0 0,-1 0 0,1 0 0,0 0 0,-1 0 0,1 1 0,0-1 0,-1 0 0,12 16 0,23 22 0,7-5 0,82 53 0,-2-3 0,-116-80 0,-1 1 0,1 0 0,0 0 0,-1 0 0,0 1 0,0 0 0,0 0 0,-1 0 0,0 0 0,1 0 0,-2 0 0,1 1 0,-1 0 0,0-1 0,0 1 0,0 0 0,-1 0 0,0 0 0,0 0 0,0 0 0,-1 0 0,-1 8 0,0-3 0,-2-1 0,0 1 0,0-1 0,-1 0 0,0 0 0,0 0 0,-1-1 0,-1 0 0,1 0 0,-1 0 0,-14 14 0,-4 6-1365,4-3-5461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6.6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1 273 8192,'0'1'524,"1"1"0,-1 0 1,1 0-1,0 0 0,0-1 0,0 1 1,0-1-1,0 1 0,0-1 0,0 1 1,1-1-1,-1 1 0,0-1 1,1 0-1,-1 0 0,1 0 0,0 0 1,-1 0-1,1 0 0,0 0 0,0 0 1,-1-1-1,1 1 0,2 0 1,45 11 4390,-6-6-4915,-1-2 0,82-2 0,87-20 0,-175 14 0,380-54 0,-373 53 0,270-18 0,-237 13 0,-65 7 0,1 1 0,0 0 0,0 1 0,0 0 0,0 1 0,20 2 0,-30-1 0,1 0 0,-1 0 0,0 0 0,0 0 0,0 0 0,0 0 0,-1 0 0,1 1 0,0-1 0,0 0 0,-1 1 0,1 0 0,-1-1 0,1 1 0,-1 0 0,0 0 0,0 0 0,0 0 0,0 0 0,0 0 0,0 0 0,0 0 0,0 3 0,9 63 0,-4-22 0,-5-42 0,1 0 0,0 1 0,0-1 0,0 0 0,1 0 0,-1 0 0,1-1 0,0 1 0,0-1 0,0 1 0,1-1 0,-1 0 0,1 0 0,0 0 0,-1-1 0,1 1 0,1-1 0,-1 0 0,0 0 0,0-1 0,1 1 0,-1-1 0,1 0 0,-1 0 0,1-1 0,0 1 0,-1-1 0,6 0 0,16 0 0,0-1 0,0-1 0,44-9 0,-67 10 0,166-39-5104,10-2-4363,-143 36 7896,52-1 0,132 9 1700,58-2-72,-228-5 858,73-18 1,6-1-61,-115 22-284,0 0 0,0-1 0,-1-1 0,1-1-1,-1 0 1,0 0 0,0-2 0,-1 1-1,0-2 1,0 1 0,0-2 0,-1 1 0,-1-2-1,1 1 1,-1-2 0,-1 1 0,0-1-1,-1-1 1,0 1 0,0-1 0,-1-1-1,-1 1 1,0-1 0,-1 0 0,6-22 0,-5 7-571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7.1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7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0 8192,'0'5'0,"0"5"2971,0 6 2877,-5 4 2109,-1 3-6711,1 2-1246,0-3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8.1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8192,'0'26'4644,"0"11"5585,1-12-7080,-1-23-3149,0 1 0,0-1 0,1 1 0,-1-1 0,1 1 0,-1-1 0,1 1 0,0-1 0,0 0 0,0 1 0,2 2 0,-2-4 0,-1-1 0,0 0 0,1 1 0,-1-1 0,1 1 0,-1-1 0,1 0 0,-1 0 0,1 1 0,-1-1 0,1 0 0,0 0 0,-1 0 0,1 1 0,-1-1 0,1 0 0,-1 0 0,1 0 0,0 0 0,-1 0 0,1 0 0,-1 0 0,1 0 0,0-1 0,-1 1 0,1 0 0,-1 0 0,1 0 0,0-1 0,5-3 0,0 0 0,0-1 0,-1 1 0,0-1 0,0 0 0,6-8 0,2-1 0,-6 6 0,1 1 0,-1 0 0,2 1 0,-1-1 0,1 2 0,0-1 0,16-7 0,-23 12 0,1 0 0,-1 1 0,0-1 0,1 0 0,-1 1 0,0-1 0,1 1 0,-1 0 0,1 0 0,-1 0 0,1 0 0,-1 0 0,1 0 0,-1 1 0,0-1 0,1 1 0,-1 0 0,0 0 0,1 0 0,-1 0 0,0 0 0,0 0 0,0 0 0,0 1 0,0-1 0,0 1 0,0-1 0,-1 1 0,1 0 0,0 0 0,-1 0 0,1 0 0,-1 0 0,0 0 0,0 0 0,0 0 0,0 1 0,1 2 0,2 7 0,-2-1 0,1 1 0,-1-1 0,-1 1 0,0 0 0,0 0 0,-3 20 0,1-15 0,1-1 0,4 31 0,1-26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9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53 8192,'-6'1'570,"0"0"-1,1 0 1,-1 0 0,1 1 0,-1 0 0,1 0 0,0 0 0,0 1-1,0 0 1,0 0 0,1 0 0,-1 1 0,1-1 0,0 1 0,-1 0 0,2 0-1,-1 1 1,1-1 0,-1 1 0,1 0 0,0 0 0,-3 8 0,5-11-466,-1 1 1,1-1-1,0 1 1,0 0-1,0-1 1,1 1 0,-1 0-1,1 0 1,-1-1-1,1 1 1,0 0-1,0 0 1,0-1 0,0 1-1,1 0 1,-1 0-1,1-1 1,0 1-1,-1 0 1,1-1 0,1 1-1,-1-1 1,0 1-1,0-1 1,1 1 0,0-1-1,-1 0 1,1 0-1,0 0 1,0 0-1,0 0 1,0 0 0,0 0-1,1-1 1,-1 1-1,0-1 1,1 0-1,0 0 1,-1 0 0,1 0-1,-1 0 1,1 0-1,0-1 1,0 1-1,-1-1 1,5 1 0,5 0-105,-1 1 0,1-1 0,-1-1 0,1 0 0,-1-1 0,1 0 0,0-1 0,-1 0 0,0 0 0,1-2 0,-1 1 0,11-6 0,-17 7 0,-1-1 0,1 0 0,0 0 0,-1 0 0,0 0 0,0-1 0,0 0 0,0 0 0,0 0 0,-1 0 0,1 0 0,-1-1 0,-1 1 0,1-1 0,0 0 0,-1 0 0,0 0 0,0 0 0,-1 0 0,1-1 0,-1 1 0,0 0 0,-1-1 0,1 1 0,-1 0 0,0-1 0,-1-6 0,0 9 0,1 0 0,-1 0 0,0 0 0,0 0 0,0 0 0,0 0 0,0 0 0,-1 0 0,1 1 0,-1-1 0,0 1 0,1-1 0,-1 1 0,0-1 0,-1 1 0,1 0 0,0 0 0,-1 0 0,-4-3 0,0 2 0,0-1 0,0 1 0,-1 0 0,1 1 0,0-1 0,-14-1 0,-2 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9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2 135 8192,'0'67'9850,"0"-51"-4180,0-47-3168,-1 7-2524,1 11-108,-1 0 0,2 0 0,0-1 0,0 1 0,5-18 0,-4 28 24,-1-1 0,0 1 0,1 0 0,-1 0 0,1-1 0,0 1 0,0 0 0,1 1 0,-1-1 0,0 0 0,1 1 0,0-1 0,-1 1 0,1 0 1,0 0-1,0 0 0,1 0 0,-1 0 0,0 1 0,0-1 0,1 1 0,-1 0 0,1 0 0,5-1 0,21-1-2952,0 0 0,0 3-1,45 3 1,-11 0 720,-42-3 2338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20.9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385 1 8192,'0'29'1378,"-4"114"12519,-6-83-11150,-6 20-2747,10-43 0,-13 44 0,19-80-8,0-1 1,0 1-1,0-1 1,0 1 0,-1-1-1,1 1 1,0-1-1,0 1 1,0-1 0,0 1-1,-1-1 1,1 1-1,0-1 1,-1 1 0,1-1-1,0 0 1,-1 1-1,1-1 1,0 0 0,-1 1-1,1-1 1,-1 0-1,1 1 1,-1-1 0,1 0-1,-1 0 1,1 1 0,0-1-1,-1 0 1,0 0-1,1 0 1,-1 0 0,-13-13-558,-10-35-525,21 40 1008,0 1 172,0-1 0,-1 1 0,0 0 0,0 1 0,0-1 0,-1 1 0,0 0 0,0 0 0,-1 0 0,-6-5 0,7 8-14,-1 0 1,0 0-1,0 1 0,1-1 0,-2 1 0,1 1 1,0-1-1,0 1 0,0 0 0,-1 0 0,1 1 0,-13 0 1,13 1-77,0 0 0,0 0 0,0 0 0,0 1 0,1 0 0,-1 0 0,0 0 0,1 1 0,0 0 0,-1 0 0,1 0 0,1 1 0,-1-1 0,0 1 0,1 1 0,0-1 0,-1 0 0,-3 8 0,4-8 0,1 0 0,0 1 0,1-1 0,-1 1 0,1 0 0,0 0 0,0 0 0,0 0 0,1 0 0,-1 1 0,1-1 0,1 0 0,-1 1 0,1-1 0,0 0 0,0 1 0,0-1 0,1 0 0,0 1 0,0-1 0,2 6 0,-2-9 0,0 1 0,1-1 0,-1 0 0,1 0 0,-1 0 0,1 0 0,0 0 0,0-1 0,0 1 0,0 0 0,0-1 0,0 1 0,0-1 0,0 0 0,1 0 0,-1 0 0,0 0 0,1 0 0,-1 0 0,1-1 0,4 2 0,56 0 0,-54-2 0,14-1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22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78 231 8192,'26'-16'16513,"-21"11"-15004,8-6-1509,0-1 0,-1-1 0,-1 0 0,12-16 0,-20 25 0,-1 0 0,1 0 0,-1-1 0,1 1 0,-1-1 0,0 0 0,-1 1 0,1-1 0,-1 0 0,0 0 0,0 0 0,-1 0 0,1 0 0,-1 0 0,0 0 0,0 0 0,-1 0 0,-2-9 0,3 12 0,-1 0 0,1 1 0,-1-1 0,1 0 0,-1 1 0,0-1 0,0 0 0,0 1 0,0-1 0,0 1 0,-1 0 0,1-1 0,0 1 0,-1 0 0,1 0 0,0-1 0,-1 1 0,0 0 0,1 1 0,-1-1 0,0 0 0,1 0 0,-3 0 0,0 1 0,1-1 0,-1 1 0,1 0 0,0 0 0,-1 1 0,1-1 0,0 1 0,0 0 0,-1 0 0,1 0 0,0 0 0,-3 2 0,-3 1 0,0 1 0,1 0 0,0 0 0,0 1 0,0 0 0,1 1 0,0 0 0,-7 8 0,-8 24-1875,17-27 448,0 0 0,1 1-1,1-1 1,-2 14 0,4-16 237,0-1 1,0 1-1,1-1 1,1 1-1,2 18 1,-2-23 921,1 0 1,-1 0-1,1 0 0,0 0 0,0 0 1,5 7-1,-4-8 268,0-1 0,0 0 0,0 0 0,1-1 0,-1 1 0,1-1 0,-1 1 0,1-1 0,0 0 0,0 0 0,0-1 0,0 1 0,0-1 0,0 0 0,0 0 0,0 0 0,1-1 0,3 1 0,15 0 0,-1-1 0,30-4 0,-14 2 0,-11 2 3259,23-2 9296,-30-2-10347,-3-2-2208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22.8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84 8192,'0'35'15373,"0"-19"-12724,-1 26-2571,0-2-52,14-79-690,-11 26-1292,2 0 0,0 0-1,0 0 1,2 1 0,-1 0 0,1-1-1,14-19 1,-16 27 1670,1 0-1,-1 1 1,1-1-1,0 1 1,0 0-1,0 0 1,10-5-1,15-3 3688,7 8 4236,-11 4-1652,-1 1-4506,-2 1-1479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23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1 8192,'-14'0'3651,"5"-1"-2203,-1 1 0,0 1 0,1-1 0,-1 2 0,0-1-1,-12 5 1,20-6-1315,0 1-1,0 0 0,0 1 1,0-1-1,0 0 0,0 1 1,0-1-1,0 1 0,1-1 1,-1 1-1,1 0 1,-1 0-1,1 0 0,0 0 1,-1 0-1,1 0 0,0 0 1,0 0-1,1 0 0,-1 0 1,0 1-1,1-1 0,-1 0 1,1 1-1,0-1 0,0 0 1,0 1-1,0-1 1,0 0-1,0 1 0,2 3 1,0 2-133,0 0 0,1 0 0,0 0 0,0-1 0,1 1 0,0-1 0,0 0 0,1 0 0,0-1 0,0 1 0,1-1 0,0 0 0,0-1 0,0 1 0,14 8 0,11 7 0,1-1 0,35 16 0,-66-35 0,18 7 0,38 23 0,-55-30 0,0 1 0,1-1 0,-1 1 0,0 0 0,0 0 0,0-1 0,-1 1 0,1 1 0,0-1 0,-1 0 0,1 0 0,-1 1 0,0-1 0,0 0 0,0 1 0,0-1 0,0 1 0,0 0 0,0 2 0,-2-3-22,1-1 0,-1 1 0,1-1 0,-1 1 0,0-1 1,0 0-1,1 1 0,-1-1 0,0 0 0,0 1 0,0-1 0,0 0 1,-1 0-1,1 0 0,0 0 0,0 0 0,-1 0 0,1 0 1,-1-1-1,1 1 0,0 0 0,-1-1 0,1 1 0,-1-1 0,-3 1 1,-46 10-2318,43-9 1450,-144 16-13135,125-12 13822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26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645 1 8192,'0'5'469,"-1"0"1,1 1 0,-1-1 0,-1 0-1,1 1 1,-1-1 0,0 0 0,0 0-1,0-1 1,-1 1 0,0 0 0,0-1-1,0 1 1,0-1 0,-8 7-1,-5 4 2562,-1 0-1,-29 19 0,11-9-1614,-45 39-1416,-70 53 0,131-105 0,1-1 0,-1-1 0,-1 0 0,0-1 0,0-1 0,-31 7 0,48-14 0,-1 0 0,1 0 0,-1-1 0,0 1 0,1-1 0,-1 0 0,0 0 0,1 0 0,-1 0 0,0-1 0,1 0 0,-1 1 0,1-1 0,-1 0 0,1-1 0,-1 1 0,-3-3 0,5 2 0,0 0 0,-1-1 0,1 1 0,0-1 0,1 1 0,-1-1 0,0 0 0,1 0 0,-1 0 0,1 0 0,0 0 0,0 0 0,0 0 0,1 0 0,-1-1 0,1 1 0,0 0 0,-1 0 0,2-6 0,-1-7 0,-2-5 0,2-1 0,0 1 0,2 0 0,0 0 0,1 0 0,10-33 0,-11 51 0,0 0 0,0 0 0,1-1 0,-1 1 0,1 1 0,0-1 0,0 0 0,0 1 0,0 0 0,0-1 0,1 1 0,-1 0 0,1 1 0,-1-1 0,1 1 0,0-1 0,0 1 0,-1 0 0,1 1 0,0-1 0,0 1 0,0-1 0,0 1 0,4 1 0,10-2 0,0 2 0,0 1 0,34 6 0,-46-7-246,-1 1 1,0-1 0,0 1 0,-1 0-1,1 0 1,0 1 0,0-1 0,-1 1 0,0 0-1,1 0 1,-1 1 0,0-1 0,-1 1 0,1 0-1,4 6 1,-1 1-1320,0 1 0,-1 1 0,-1-1 0,7 18 0,-9-18 868,1-1 0,0-1 0,1 1 0,0-1 0,1 1 0,0-2 0,1 1 0,9 11 0,-15-20 699,23 22 2705,-18-18-1024,0 0-1,0 0 1,0 0-1,1-1 0,0 1 1,0-2-1,8 4 1,12 0 170,-7-4-1853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27.4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8192,'0'20'4369,"0"1"0,7 37 0,-5-50-3878,0 0 1,1 0-1,0 0 1,0 0-1,1-1 1,0 1-1,0-1 1,1 0-1,9 11 1,7 3-492,0-1 0,2-1 0,0-1 0,1-1 0,1-1 0,0-1 0,45 18 0,-11-3 0,-54-27 0,1 1 0,-1 0 0,0 0 0,0 0 0,0 1 0,0-1 0,-1 1 0,1 0 0,-2 1 0,1-1 0,0 1 0,-1 0 0,0 0 0,4 11 0,-6-15 0,-1 0 0,1 1 0,0-1 0,-1 0 0,0 1 0,0-1 0,1 1 0,-1-1 0,-1 0 0,1 1 0,0-1 0,0 0 0,-1 1 0,0-1 0,1 0 0,-1 1 0,0-1 0,0 0 0,0 0 0,0 0 0,-1 0 0,1 0 0,0 0 0,-1 0 0,0 0 0,1-1 0,-1 1 0,0 0 0,0-1 0,0 0 0,0 1 0,0-1 0,0 0 0,0 0 0,0 0 0,-1 0 0,1-1 0,0 1 0,0 0 0,-1-1 0,1 0 0,-5 1 0,-21-1 0,28-1 0,0 1 0,-1 0 0,1 0 0,0-1 0,0 1 0,0 0 0,-1 0 0,1-1 0,0 1 0,0 0 0,0 0 0,0-1 0,-1 1 0,1 0 0,0-1 0,0 1 0,0 0 0,0-1 0,0 1 0,0 0 0,0-1 0,0 1 0,0 0 0,0-1 0,0 1 0,0 0 0,0-1 0,0 1 0,0 0 0,1-1 0,-1 1 0,0 0 0,0 0 0,0-1 0,0 1 0,1 0 0,-1-1 0,0 1 0,0 0 0,3-4 0,1 0 0,-1 1 0,0-1 0,1 1 0,0 0 0,0 0 0,0 1 0,6-4 0,20-8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28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107 20 8192,'0'-1'336,"0"0"0,-1 0 0,1 0 0,0 1 0,0-1 0,-1 0 0,-5-8 3361,5 9-3361,0-1 0,0 0 0,0 1 0,1-1 0,-1 1 0,0 0 1,0-1-1,0 1 0,0 0 0,0 0 0,0-1 0,0 1 0,0 0 0,0 0 0,0 0 0,0 0 0,0 0 0,0 0 0,0 1 0,-2-1 1,1 0 41,-1 1 0,0-1 0,0 1 0,0-1 0,0 1 0,1 0 0,-1 0 0,0 0 0,1 1 0,-1-1 0,1 0 1,-4 4-1,1 1-378,1 0 0,0 1 0,0 0 0,1-1 0,0 1 0,0 1 0,1-1 0,0 0 0,0 1 0,1-1 0,-2 12 0,1 4 0,1 0 0,3 35 0,-2-55-21,0-1 1,0 1-1,0 0 1,1-1-1,-1 1 1,1 0-1,0-1 1,-1 1-1,1-1 1,0 1-1,1-1 1,-1 1-1,0-1 1,1 0-1,-1 0 0,1 0 1,0 1-1,-1-2 1,5 5-1,-4-5-33,0-1-1,0 1 0,0 0 1,1-1-1,-1 1 0,0-1 1,0 0-1,0 0 0,1 0 0,-1 0 1,0 0-1,0 0 0,0 0 1,1-1-1,-1 1 0,0-1 1,0 0-1,4-1 0,6-5-415,0 0 0,0 0 0,0-1 0,-1-1 0,20-18 0,-1-4-5462,12-12 3811,-36 38 3337,0 0 0,0 0 1,1 0-1,-1 1 0,9-4 0,-14 8-988,0-1 0,1 1 0,-1-1 0,0 1 0,0 0 0,0 0 0,0-1 0,0 1 0,0 0 0,0 0 0,1 0 0,-1 0 0,0 1-1,0-1 1,0 0 0,0 0 0,0 1 0,0-1 0,1 1 0,16 16-1010,3 33-5770,-19-43 6000,15 49-2213,-8-25 464,1 0-1,24 50 1,-34-78 2301,1-1 0,0-1 0,1 1 0,-1 0 0,0 0 0,1 0 0,-1 0 0,1-1 0,-1 1 0,1-1 0,0 1 0,-1-1 0,1 0 0,0 0 0,0 0 0,0 0 0,0 0 0,0 0 0,0 0 0,0 0 0,4 0 0,-5-2 0,1 1 0,0 0 0,0-1 0,-1 1 0,1-1 0,-1 1 0,1-1 0,0 0 0,-1 0 0,1 1 0,-1-1 0,1 0 0,-1-1 0,0 1 0,0 0 0,1 0 0,-1 0 0,0-1 0,0 1 0,0-1 0,0 1 0,0-1 0,-1 1 0,1-1 0,0 0 0,-1 1 0,1-3 0,9-28 0,-1-2 0,7-56 0,-13 73 0,4-31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28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8192,'0'9'11332,"0"6"-11332,0 15 0,0 10 6690,0 12-6690,0 5 0,0 2 0,0-1 0,0 7 0,0-2 0,0-5 0,0-7 0,0-8 0,4-11 0,6-11 0,27-14 0,8-8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29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32 269 8192,'33'8'5600,"-1"-1"3973,-9-15-6724,-13 0-2834,-1 1 1,0-1-1,-1-1 1,1 1-1,-2-2 1,1 1-1,-1-1 1,8-15-1,-4 4-189,0 0-1,-2 0 0,11-34 0,-19 51-1101,0 0 0,-1 0-1,1 0 1,-1 0 0,1 0 0,-1 0-1,-1 0 1,1-1 0,0 1-1,-2-5 1,2 8 1188,-1 0 0,1 0-1,-1 0 1,1 1 0,0-1 0,-1 0-1,1 0 1,-1 0 0,0 0-1,1 1 1,-1-1 0,0 0 0,1 1-1,-1-1 1,0 0 0,0 1 0,0-1-1,-30 5 13832,15 5-13325,0 1 0,1 0 0,0 1 0,1 1 0,0 1 0,1 0 0,-23 28 0,26-27-797,0 0 0,1 1 0,-10 23 0,14-26-826,1-1 0,0 0 1,1 1-1,0-1 0,-1 20 1,3-26 1070,1 0 0,0 0 0,0 0 0,0 1 0,1-1 1,-1 0-1,2 0 0,-1 0 0,0 0 0,1 0 0,0 0 0,0 0 1,0 0-1,1-1 0,-1 1 0,6 5 0,-3-5-160,0 0-1,0 0 1,1-1-1,0 1 1,0-1-1,0-1 1,0 1-1,0-1 1,1 0-1,12 3 1,10 1-629,1-1 0,1-2 0,-1-1-1,48-2 1,-63-1 877,34 2-236,68-3 189,-105 0 938,1-1-1,-1 0 1,35-14 7651,-37 9-4656,-8 5-3593,-1 0 0,1 0 1,0 0-1,-1 0 0,1 0 1,-1 0-1,0-1 0,0 1 0,0-1 1,0 1-1,1-4 0,1-12 313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30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51 8192,'-9'-18'15575,"6"15"-14277,0 0-149,1 1-1149,1 0 0,0 0 0,-1 0 0,1 0 0,-1 1 0,0-1 0,0 1 0,1-1 0,-1 1 0,0-1 0,0 1 0,0 0 0,-1 0 0,1 0 0,0 0 0,0 1 0,0-1 0,-1 1 0,1-1 0,0 1 0,-1 0 0,1 0 0,0 0 0,-1 0 0,1 0 0,0 0 0,-1 1 0,1-1 0,0 1 0,-3 0 0,2 2 0,-1-1 0,1 0 0,0 1 0,0 0 0,0 0 0,1-1 0,-1 2 0,1-1 0,0 0 0,-1 0 0,2 1 0,-1-1 0,0 1 0,1 0 0,-1 0 0,1-1 0,-1 8 0,0-2 0,0 0 0,0 0 0,1 1 0,1-1 0,0 0 0,0 1 0,1-1 0,2 12 0,-2-16 0,0 0 0,1 0 0,0 1 0,0-2 0,1 1 0,-1 0 0,1 0 0,0-1 0,0 1 0,1-1 0,-1 0 0,1 0 0,0-1 0,0 1 0,6 4 0,27 15 0,0-1 0,59 25 0,-94-46 0,18 8 0,0 1 0,26 18 0,-44-26 0,1-1 0,0 1 0,0 0 0,-1 0 0,1 0 0,-1 0 0,0 0 0,1 0 0,-1 1 0,0-1 0,0 1 0,-1 0 0,1-1 0,0 1 0,-1 0 0,0 0 0,0 0 0,0 0 0,0 0 0,0 0 0,0 1 0,-1-1 0,0 0 0,0 0 0,1 0 0,-2 4 0,0-5 0,0 0 0,0 0 0,-1 1 0,1-2 0,-1 1 0,0 0 0,1 0 0,-1 0 0,0-1 0,0 1 0,0-1 0,0 0 0,0 1 0,0-1 0,-1 0 0,1 0 0,0 0 0,0-1 0,-1 1 0,1 0 0,-1-1 0,1 0 0,-5 1 0,-65 1 0,57-3 0,-44 0 0,35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08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0 738 8192,'1'-5'812,"0"-1"1,0 1 0,1-1 0,0 1-1,0 0 1,0 0 0,0 0-1,1 0 1,0 0 0,0 0-1,0 1 1,0-1 0,1 1-1,0 0 1,8-7 0,9-7 1695,43-29 0,-63 46-2505,69-43-1688,2 3-1,2 4 1,141-52 0,253-42-7044,280-12 6177,-526 113 2552,84-15 0,-252 35 5185,57-5-1,-79 14 2469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08.7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8192,'27'18'14427,"-11"-10"-11542,-8-4-2175,402 220-710,-401-218 0,-1 0 0,0 1 0,0-1 0,0 1 0,-1 1 0,0 0 0,0 0 0,-1 0 0,0 1 0,9 16 0,-13-21 0,0 0 0,-1 0 0,1 0 0,-1 1 0,0-1 0,0 1 0,0-1 0,-1 1 0,1-1 0,-1 1 0,0-1 0,0 1 0,-1-1 0,1 1 0,-1-1 0,0 1 0,-1-1 0,1 1 0,-1-1 0,1 0 0,-1 0 0,-1 0 0,1 0 0,0 0 0,-1 0 0,-5 5 0,-6 4-622,0-1 1,0 0-1,-30 17 1,32-22-268,-1 1 0,1 0 1,0 1-1,1 1 0,0 0 0,1 0 1,-13 16-1,21-22-163,0-2 618,0 1 0,0-1 1,1 0-1,-1 1 0,1-1 0,-1 1 1,1 0-1,0-1 0,0 1 0,0 0 0,0 0 1,1 0-1,-1 0 0,1 0 0,0-1 1,0 6-1,5 7 434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09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546 128 8192,'-34'-31'2616,"25"23"-361,-1 0 0,0 1 0,0 0 1,-1 0-1,-20-8 0,-6 3-380,4 3-1875,0 1 0,0 2 0,-1 1 0,1 2 0,-52 2 0,81 1 0,0 0 0,0 1 0,1 0 0,-1 0 0,0 0 0,0 1 0,1-1 0,-1 1 0,1-1 0,0 1 0,-1 1 0,1-1 0,0 0 0,0 1 0,0-1 0,1 1 0,-1 0 0,0 0 0,1 0 0,0 0 0,0 0 0,0 1 0,0-1 0,0 1 0,1-1 0,0 1 0,0 0 0,-2 6 0,2-5 0,0 0 0,1 0 0,-1 1 0,1-1 0,0 0 0,0 1 0,1-1 0,0 0 0,0 0 0,0 0 0,0 1 0,1-1 0,0 0 0,0-1 0,0 1 0,0 0 0,1-1 0,0 1 0,0-1 0,6 6 0,1-1 0,1-1 0,0 0 0,0-1 0,15 7 0,-12-7 0,0 2 0,24 17 0,-35-24 0,1 1 0,-1 0 0,0 1 0,0-1 0,-1 1 0,1-1 0,-1 1 0,1 0 0,-1 0 0,0 0 0,-1 0 0,1 0 0,-1 0 0,2 8 0,-3-9 0,0 1 0,0-1 0,-1 0 0,1 0 0,-1 0 0,0 1 0,0-1 0,0 0 0,0 0 0,-1 0 0,1 0 0,-1-1 0,0 1 0,0 0 0,0-1 0,0 1 0,0-1 0,0 0 0,-1 1 0,1-1 0,-1 0 0,0-1 0,1 1 0,-1 0 0,0-1 0,0 1 0,-6 1 0,-3 2 0,0 0 0,0-1 0,-1 0 0,1-1 0,-24 2 0,26-4 0,4 0 0,-1 0 0,1 0 0,-1 0 0,0-1 0,1-1 0,-1 1 0,0-1 0,1 0 0,-1 0 0,1-1 0,-1 0 0,-10-4 0,12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0.4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389 24 8192,'-28'-11'12642,"2"1"-7262,13 9-5380,0 0 0,0 0 0,0 1 0,0 1 0,0 0 0,0 1 0,0 0 0,0 1 0,1 1 0,-1 0 0,1 0 0,0 1 0,0 1 0,0 0 0,1 0 0,0 2 0,0-1 0,1 1 0,0 1 0,1 0 0,-1 0 0,2 1 0,-1 0 0,1 0 0,1 1 0,0 0 0,0 0 0,-6 18 0,10-21 0,0 0 0,1 0 0,0 1 0,0-1 0,1 0 0,0 1 0,1-1 0,0 1 0,0-1 0,1 1 0,0-1 0,1 1 0,-1-1 0,2 0 0,-1 0 0,1 0 0,0 0 0,1 0 0,0-1 0,0 1 0,0-1 0,1 0 0,0 0 0,1-1 0,-1 0 0,1 0 0,1 0 0,-1 0 0,1-1 0,0 0 0,0-1 0,11 6 0,5 2 0,0-1 0,1-1 0,0-1 0,0-1 0,1-1 0,0-1 0,0-2 0,1 0 0,-1-2 0,36-1 0,-38-5 0,-7-2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0.9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56 8192,'0'21'11430,"0"6"-5847,0 32-3088,0-17-4980,0-37 1845,0-14 1719,0-9-1539,-1 3-1138,1 1-1,1 0 1,0-1-1,1 1 1,7-27-1,-8 37 1303,1 0-1,0 0 1,0 0-1,0 0 1,1 1-1,-1-1 1,1 1 0,0-1-1,0 1 1,0 0-1,0 0 1,1 1-1,-1-1 1,1 1-1,-1-1 1,1 1-1,0 0 1,0 1 0,0-1-1,0 1 1,1-1-1,-1 1 1,0 0-1,7 0 1,44-2 3442,-32 3-4404,0 1-630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1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0 8192,'-3'1'676,"1"-1"1,-1 1 0,1 0 0,-1 0-1,1 0 1,-1 0 0,1 0-1,-1 0 1,1 1 0,0-1-1,0 1 1,0 0 0,0-1-1,0 1 1,0 0 0,0 0-1,1 0 1,-3 4 0,-25 42 4470,28-46-5129,-7 15-18,3-9 0,0 1 0,0-1 0,1 1 0,0 0 0,0 1 0,1-1 0,1 1 0,0-1 0,0 1 0,1 0 0,-1 15 0,2-23-111,1 0 1,-1 0 0,1 0 0,-1-1-1,1 1 1,0 0 0,0-1 0,-1 1-1,1-1 1,0 1 0,1-1 0,-1 1-1,0-1 1,0 0 0,1 1 0,1 0-1,-1 0-398,1-1-1,0 1 0,0-1 0,0 0 1,0 0-1,1 0 0,-1 0 0,0-1 0,0 1 1,0-1-1,1 0 0,-1 0 0,6-1 1,-2 1-681,0-1 1,0-1-1,0 1 1,-1-1-1,14-6 1,5-8-685,-22 12 2274,1 1 0,-2-1 1,1 0-1,0-1 0,-1 1 0,1 0 1,-1-1-1,-1 1 0,1-1 0,-1 0 1,1 0-1,-1 1 0,0-1 0,-1 0 1,1 0-1,-1 0 0,-1-9 0,0 3 939,-1 0 0,0 0 0,-1 0 0,0 1 0,0-1 0,-10-17 0,3 6 106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1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8192,'5'17'3356,"0"15"-3356,1 10 5483,-2 6-5483,-1 0 7957,-1-4-7957,-1-1 1226,-1-3-1226,0-5 0,0-3 0,0-12 0,4-22 0,2-11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2.3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8192,'13'192'13470,"-3"-89"-8918,-9-74-5322,6 53-5361,-6-78 5551,0 1 0,0-1 0,0 1 1,0-1-1,1 1 0,0-1 0,0 0 0,0 0 0,0 0 1,1 0-1,-1 0 0,1-1 0,6 7 0,-7-8 335,0-1 0,0 0-1,-1 0 1,1 0 0,0 0-1,0-1 1,0 1 0,0 0-1,0-1 1,0 1-1,0-1 1,3 0 0,0 0 625,0 0 0,0 0 0,0-1 1,0 0-1,-1 0 0,10-3 1,13-7 114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3.2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8192,'6'18'2117,"0"0"-1,-2 0 1,-1 0 0,0 1 0,-1-1 0,-1 1 0,-1 29-1,0-10-1028,0 20-1088,-1-38 0,0 1 0,2-1 0,1 1 0,0-1 0,7 27 0,-9-46-58,1 0 0,-1 0 1,0 0-1,1 0 0,-1 0 1,1 0-1,-1 0 0,1 0 1,0 0-1,-1 0 0,1 0 1,0 0-1,0 0 0,0 0 1,0-1-1,0 1 0,-1 0 1,1-1-1,0 1 0,1 0 1,-1-1-1,0 0 0,0 1 1,1 0-1,1-1-235,-1 0 1,0 0-1,1 0 1,-1-1-1,0 1 1,1 0-1,-1-1 0,0 1 1,0-1-1,0 0 1,5-2-1,7-5-1793,0-1-1,-1 0 1,15-13 0,-8 5-67,3 1 1244,0 0 0,1 2-1,45-20 1,-62 31 1264,1 1 0,-1 0 0,1 0 1,0 0-1,-1 1 0,1 0 0,0 1 0,9 0 0,-13 1 442,0-1 0,0 1-1,0 0 1,0 0 0,0 0-1,0 1 1,-1-1 0,1 1-1,0 0 1,-1 0 0,1 0-1,-1 1 1,0-1 0,0 1-1,0 0 1,4 5 0,-3-2-619,0-1 1,-1 1 0,0 0-1,0 0 1,-1 0-1,0 0 1,0 1 0,0-1-1,-1 1 1,1-1-1,-2 1 1,1 6 0,-1-9-178,1 0 0,-1-1 0,0 1 0,-1-1 0,1 1 0,-1 0 0,1-1 1,-1 1-1,0-1 0,0 1 0,-1-1 0,1 0 0,-1 1 0,1-1 1,-1 0-1,0 0 0,-1 0 0,1 0 0,0 0 0,-1-1 0,1 1 0,-7 3 1,-7 1-2,0-1 0,-1 0 0,0-2 0,0 0 0,0-1 0,-1 0 0,1-2 0,-1 0 0,1-1 0,-1 0 0,-20-4 0,38 3 0,-1 2 0,0-1 0,0 0 0,1 0 0,-1 0 0,0 0 0,0 0 0,1 0 0,-1 0 0,0 0 0,0 0 0,0-1 0,1 1 0,-1 0 0,0 0 0,1-1 0,-1 1 0,0 0 0,1-1 0,-1 1 0,0-1 0,1 1 0,-1-1 0,1 1 0,-1-1 0,0 1 0,1-1 0,0 0 0,-1 1 0,1-1 0,-1 0 0,1 1 0,0-1 0,-1 0 0,1 0 0,0 1 0,0-2 0,5-10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4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132 1 8192,'-6'-1'690,"1"1"-1,-1 1 1,1-1 0,0 1 0,-1 0 0,1 1 0,0-1-1,-1 1 1,1 0 0,0 0 0,0 0 0,0 1 0,1 0-1,-1 0 1,1 0 0,-1 1 0,1-1 0,-6 7 0,7-5-383,-1 1 0,1-1 0,0 1 0,0 0 1,0-1-1,1 1 0,0 1 0,0-1 0,0 0 0,1 0 1,0 1-1,0-1 0,1 0 0,0 1 0,1 10 1,-1-14-308,1 1 0,-1-1 0,1 0 0,0 1 0,0-1 0,1 0 0,-1 0 0,1 0 0,-1 0 0,1 0 0,0 0 0,0 0 0,0-1 0,1 1 0,-1-1 0,1 1 0,-1-1 0,1 0 0,0 0 0,-1 0 0,1 0 0,0-1 0,1 1 0,-1-1 0,0 0 0,5 2 0,-4-2 0,-1 0 0,1 0 0,0-1 0,-1 1 0,1-1 0,0 0 0,0 0 0,0 0 0,-1-1 0,1 1 0,0-1 0,0 0 0,-1 0 0,1 0 0,-1 0 0,1-1 0,-1 1 0,1-1 0,-1 0 0,0 0 0,0 0 0,0-1 0,5-3 0,7-15 164,0 0 1,24-44 0,-7 9-3663,2 99-11520,-30-32 15018,2-1 0,-1 1 0,2-1 0,-1 0 0,1 0 0,1-1 0,-1 0 0,2 0 0,-1-1 0,1 0 0,0 0 0,1-1 0,0 0 0,17 8 0,1-5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14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6 8192,'0'126'14777,"0"-84"-11532,-2-74-3245,1 19 0,1 0 0,0 0 0,0 0 0,4-21 0,-3 31 0,-1 1 0,1-1 0,0 0 0,0 1 0,0-1 0,0 1 0,1-1 0,-1 1 0,1 0 0,-1-1 0,1 1 0,0 0 0,0 0 0,0 0 0,0 0 0,0 1 0,0-1 0,0 1 0,1-1 0,-1 1 0,0 0 0,1-1 0,0 1 0,-1 1 0,1-1 0,-1 0 0,5 0 0,11-1-1017,1 1 1,0 0-1,0 2 1,0 0 0,26 5-1,97 28-8275,-83-18 7670,68 12 1223,-66-16 195,0 3 1,104 40 0,-148-48 203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53.9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1219 8192,'12'-17'8134,"-10"12"-6101,1 0 1,2-8-1,11-21 1755,6 4-3952,2 1 1,0 1 0,2 1 0,0 2 0,47-35 0,162-93-1655,-81 70-859,3 6-1,233-78 1,354-51-4516,195 64 7193,9 78 0,509 34 0,-1017 26 0,556-8 0,2368-8 0,-2957 31 0,-2 18 0,464 93 0,-849-118-2,34 5 191,-1 3 1,0 2-1,-1 2 0,61 27 0,-69-4 16889,-45-48-17078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18:54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355 0 8192,'1'7'1247,"0"-1"0,0 1 1,1-1-1,0 1 0,0-1 1,1 0-1,-1 0 0,1 0 0,6 8 1,21 32 3224,-11-18-3395,123 175-1077,-82-124 0,54 98 0,-113-176 0,0 0 0,-1 1 0,1-1 0,-1 0 0,1 0 0,0 0 0,-1 1 0,0-1 0,1 0 0,-1 1 0,0-1 0,0 0 0,0 1 0,0-1 0,0 0 0,0 1 0,0-1 0,0 0 0,0 1 0,-1-1 0,1 0 0,0 1 0,-1-1 0,0 0 0,0 2 0,-1-1 0,0 0 0,0 0 0,0-1 0,0 1 0,0-1 0,0 0 0,0 1 0,-1-1 0,1 0 0,0 0 0,-1 0 0,1-1 0,-3 1 0,-13 2 0,1 0 0,-1-2 0,-22-1 0,26 0 0,-586-3-1470,592 3 2940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05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24575,'0'9'0,"0"7"0,0 5 0,0 3 0,-5 20 0,-1 6 0,1-1 0,0-4 0,-2-2 0,-1-3 0,2-5 0,1-3 0,2-4 0,1-5-8191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06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742 185 24575,'-1'-7'0,"0"1"0,0 0 0,-1 0 0,0 1 0,0-1 0,-1 0 0,1 0 0,-1 1 0,0 0 0,-1-1 0,1 1 0,-1 1 0,0-1 0,0 0 0,-1 1 0,1 0 0,-1 0 0,0 0 0,-10-5 0,0-1 0,-2 0 0,1 2 0,-1 0 0,0 0 0,-25-6 0,10 8 0,-1 1 0,1 1 0,-1 1 0,0 3 0,1 0 0,-36 6 0,61-5 0,0 1 0,0 0 0,0 0 0,0 1 0,1 0 0,-1 0 0,1 0 0,0 1 0,0 0 0,0 0 0,1 1 0,-1 0 0,1 0 0,0 0 0,0 0 0,1 1 0,0 0 0,-5 7 0,-8 16 0,2 0 0,-21 50 0,33-70 0,-15 32 0,2 1 0,2 1 0,2 1 0,1 0 0,3 0 0,-5 82 0,11-89 0,1-11 0,1-1 0,4 41 0,-3-59 0,0 0 0,1 0 0,0-1 0,0 1 0,1 0 0,0-1 0,0 1 0,0-1 0,1 0 0,0 0 0,0 0 0,0-1 0,10 11 0,4-3 0,0 0 0,1 0 0,1-2 0,-1 0 0,2-2 0,-1 0 0,1-1 0,1-1 0,-1-1 0,1-1 0,24 2 0,32 2 0,138-2 0,-177-7 0,-16 1 0,0 0 0,-1-2 0,1 0 0,0-2 0,-1 0 0,1-2 0,-1 0 0,27-11 0,-45 13 0,0 0 0,0 0 0,0 0 0,0 0 0,0-1 0,-1 1 0,0-1 0,1 0 0,-1 0 0,-1 0 0,1-1 0,-1 1 0,1-1 0,-1 1 0,-1-1 0,1 0 0,-1 0 0,1 0 0,0-9 0,1-11 0,-1-1 0,-2-43 0,0 39 0,0 4 14,-1 1-1,-2 0 0,0 0 0,-2 0 1,0 0-1,-2 1 0,-1 0 1,-21-46-1,19 51-148,-2 0 0,0 1 0,0 1 0,-2 0 0,0 1 0,-2 0 0,1 1 0,-2 0 0,0 2 0,-33-21 0,24 19-6691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07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24575,'-1'104'0,"0"19"0,20 180 0,-13-264 0,1 1 0,2-1 0,2 0 0,1-1 0,3-1 0,0 0 0,3 0 0,34 52 0,-18-39 0,3-2 0,78 80 0,-94-108 0,1 0 0,1-2 0,1-1 0,1 0 0,0-2 0,1-1 0,52 20 0,-22-18 0,90 14 0,-91-20 0,-7-3 0,0-3 0,0-1 0,0-3 0,55-6 0,-101 6-57,0 0 0,0 0 1,1-1-1,-1 1 0,0-1 0,0 1 0,0-1 0,0 0 0,1 0 0,-1 0 0,0 0 1,-1 0-1,1-1 0,0 1 0,0-1 0,0 1 0,-1-1 0,1 1 0,-1-1 1,1 0-1,-1 0 0,0 0 0,1-2 0,4-11-6769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08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24575,'12'9'0,"0"1"0,1-2 0,0 0 0,0 0 0,1-1 0,15 5 0,-15-6 0,1 1 0,-1 0 0,-1 1 0,26 19 0,-37-25 0,0 0 0,0 0 0,1 0 0,-1 1 0,-1-1 0,1 0 0,0 1 0,-1 0 0,1-1 0,-1 1 0,0 0 0,0 0 0,0 0 0,0 0 0,0 0 0,-1 0 0,1 0 0,-1 5 0,0-3 0,-1 0 0,0 0 0,0 0 0,0 0 0,-1 0 0,1 0 0,-1 0 0,-1 0 0,1-1 0,-4 6 0,-8 9 0,0-2 0,-1 0 0,-1 0 0,-18 14 0,24-23 0,-90 91-1365,88-89-5461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10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1859 107 24575,'-7'-5'0,"-1"0"0,0 0 0,0 1 0,0 0 0,-1 1 0,0-1 0,1 2 0,-15-4 0,-1-1 0,-22-4 0,-1 1 0,0 3 0,-90-3 0,4 1 0,36 0 0,-1 4 0,-128 10 0,212-3 0,1 1 0,0 0 0,-1 0 0,1 1 0,1 1 0,-1 0 0,1 1 0,0 1 0,0 0 0,-20 15 0,-4 8 0,-59 63 0,43-40 0,-13 14 0,4 2 0,2 4 0,3 2 0,4 2 0,3 2 0,-61 137 0,93-176-1035,3 2-1,-16 73 0,-6 90-2579,33-182 3553,-11 120 2910,9 276 1,8-229-1762,-5-9-1087,0 0 0,25 221 0,-16-346 0,3 0 0,2-1 0,2 0 0,3-1 0,2-1 0,2-1 0,3 0 0,38 59 0,-38-73 0,2-1 0,1-2 0,3-1 0,0-1 0,38 31 0,-46-47 0,0 0 0,1-2 0,1 0 0,1-2 0,0-1 0,0-1 0,1-1 0,1-1 0,37 8 0,31-3 0,0-4 0,1-4 0,186-14 0,-260 6 0,-1-2 0,1 0 0,-1-1 0,0-1 0,-1-2 0,0 0 0,0-1 0,0 0 0,-1-2 0,-1 0 0,32-26 0,9-14 0,-3-2 0,50-61 0,-42 44 0,-16 20 0,-2-1 0,-3-3 0,-2-1 0,-2-2 0,56-113 0,-67 97 0,-4-1 0,-3-1 0,-3 0 0,-4-2 0,5-82 0,-11-286 0,-11 250 0,2 122 0,-2-1 0,-4 1 0,-29-134 0,-1 83 0,-5 2 0,-6 1 0,-5 3 0,-77-126 0,107 203 0,-104-170 0,100 172 0,-2 1 0,-1 1 0,-40-37 0,47 54-1365,1 4-5461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11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47 24575,'0'-2'0,"0"0"0,0 1 0,0-1 0,0 0 0,0 0 0,0 0 0,1 1 0,-1-1 0,1 0 0,-1 0 0,1 1 0,0-1 0,0 0 0,-1 1 0,1-1 0,0 1 0,1-1 0,-1 1 0,0-1 0,0 1 0,1 0 0,-1 0 0,0 0 0,1 0 0,-1 0 0,1 0 0,0 0 0,-1 0 0,1 0 0,0 1 0,-1-1 0,1 1 0,0-1 0,0 1 0,0 0 0,-1-1 0,1 1 0,0 0 0,0 0 0,0 0 0,2 1 0,-1-1 0,1 1 0,-1 0 0,1 0 0,-1 0 0,1 0 0,-1 0 0,0 1 0,1-1 0,-1 1 0,0 0 0,0 0 0,0 0 0,0 0 0,-1 1 0,1-1 0,0 1 0,-1 0 0,0-1 0,0 1 0,3 5 0,2 7 0,-1 0 0,-1 0 0,0 1 0,-1 0 0,-1-1 0,0 1 0,-1 0 0,-1 1 0,-1-1 0,0 0 0,-3 17 0,3-30 0,-1 0 0,0-1 0,0 1 0,0-1 0,0 1 0,0-1 0,-1 1 0,1-1 0,-1 1 0,0-1 0,1 0 0,-1 0 0,0 0 0,0 0 0,-1 0 0,1-1 0,0 1 0,0-1 0,-1 1 0,1-1 0,-1 0 0,0 0 0,-2 1 0,-5 0 0,0 0 0,0-1 0,1 0 0,-1 0 0,-12-2 0,-20 2 0,94 24 0,-21-17 0,2-2 0,-1-1 0,1-2 0,-1-1 0,1-1 0,40-5 0,-70 5-45,0-1-1,1 0 1,-1 0-1,0-1 1,0 1-1,0-1 1,0 1-1,0-1 1,0 0-1,0 0 1,0 0-1,0-1 1,0 1-1,0-1 1,-1 1-1,1-1 1,0 0-1,-1 0 1,0 0-1,1-1 1,-1 1-1,0 0 1,0-1-1,0 0 0,-1 1 1,1-1-1,-1 0 1,1 0-1,0-4 1,2-12-6781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12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793 155 24575,'-1'-2'0,"1"0"0,-1-1 0,1 1 0,-1 0 0,0 0 0,0 0 0,0 0 0,-1 0 0,1 0 0,0 0 0,-1 0 0,1 0 0,-1 0 0,0 1 0,1-1 0,-1 1 0,-3-3 0,-37-23 0,36 23 0,-21-10 0,-1 1 0,0 1 0,0 2 0,-1 1 0,-1 1 0,1 1 0,-1 2 0,0 1 0,-1 1 0,1 1 0,-36 4 0,60-1 0,0 0 0,0 0 0,1 1 0,-1 0 0,0 0 0,1 1 0,-1 0 0,1 0 0,0 0 0,0 0 0,0 1 0,0 0 0,1 0 0,-1 0 0,1 0 0,-5 7 0,-6 10 0,1 0 0,-19 37 0,17-28 0,-22 37 0,3 1 0,-32 89 0,61-140 0,1 0 0,2 0 0,-1 0 0,2 0 0,0 0 0,1 1 0,1-1 0,1 1 0,0-1 0,6 25 0,-5-31 0,1 0 0,1-1 0,0 1 0,0-1 0,1 0 0,0 0 0,0-1 0,1 0 0,1 0 0,0 0 0,0 0 0,0-1 0,1-1 0,0 1 0,1-1 0,0 0 0,16 9 0,10 1 0,0-2 0,1-1 0,0-2 0,1-1 0,0-2 0,1-1 0,42 2 0,274-1 0,-320-9 0,-19 0 0,0-1 0,0 0 0,0-1 0,26-6 0,-37 7 0,0-1 0,0 1 0,0-1 0,0 0 0,-1 0 0,1 0 0,0 0 0,-1-1 0,0 0 0,0 1 0,0-1 0,0 0 0,0-1 0,0 1 0,-1 0 0,0-1 0,1 1 0,-1-1 0,-1 0 0,1 0 0,2-7 0,5-36-25,-1-1 0,-3-1 0,-1 1 0,-7-91 0,1 39-1215,2 78-5586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16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0 153 24575,'1'-3'0,"-1"0"0,1 0 0,0 0 0,0-1 0,0 1 0,0 0 0,1 0 0,-1 0 0,1 1 0,-1-1 0,1 0 0,0 0 0,0 1 0,1 0 0,-1-1 0,0 1 0,1 0 0,-1 0 0,1 0 0,3-2 0,10-5 0,0 0 0,24-10 0,-18 9 0,-2 1 0,-1 2 0,2 0 0,-1 0 0,1 2 0,0 1 0,0 0 0,1 2 0,24 0 0,-33 2 0,0 0 0,-1 1 0,1 1 0,-1 0 0,0 0 0,1 2 0,-1-1 0,-1 1 0,1 1 0,0 0 0,-1 1 0,0 0 0,-1 1 0,1 0 0,12 12 0,-16-11 0,-1 0 0,1 1 0,-2 0 0,1 1 0,-1-1 0,-1 1 0,1 0 0,-2 0 0,0 0 0,0 0 0,0 1 0,-1-1 0,-1 1 0,1 15 0,-2-13 0,1-1 0,-2 0 0,1 1 0,-2-1 0,0 0 0,0 0 0,-1 1 0,0-2 0,-1 1 0,-1 0 0,0-1 0,-8 15 0,7-19 0,-1 0 0,0 1 0,0-2 0,0 1 0,-1-1 0,0 0 0,0-1 0,-1 0 0,1 0 0,-1-1 0,0 0 0,0 0 0,-1-1 0,1-1 0,-1 1 0,1-2 0,-1 1 0,0-1 0,0 0 0,1-1 0,-14-2 0,6 1 0,-1 0 0,0-2 0,1 0 0,-1-1 0,1-1 0,0-1 0,1 0 0,-1-1 0,1-1 0,-28-18 0,27 12 0,0 0 0,1-2 0,-16-19 0,32 34 0,0 1 0,-1 0 0,1 0 0,0-1 0,0 1 0,0 0 0,0 0 0,0-1 0,0 1 0,-1 0 0,1 0 0,0 0 0,0-1 0,0 1 0,0 0 0,-1 0 0,1 0 0,0-1 0,0 1 0,-1 0 0,1 0 0,0 0 0,0 0 0,-1 0 0,1 0 0,0 0 0,0 0 0,-1-1 0,1 1 0,0 0 0,0 0 0,-1 0 0,1 0 0,0 0 0,-1 0 0,1 1 0,0-1 0,0 0 0,-1 0 0,1 0 0,0 0 0,0 0 0,-1 0 0,1 0 0,0 0 0,0 1 0,0-1 0,-1 0 0,1 0 0,0 0 0,-1 1 0,-1 20 0,8 42 0,-4-50 0,5 83 0,-4 0 0,-18 178 0,15-228 0,0-46 0,0 0 0,0 0 0,0 1 0,0-1 0,0 0 0,0 0 0,0 1 0,0-1 0,1 0 0,-1 0 0,0 1 0,0-1 0,0 0 0,0 0 0,1 0 0,-1 0 0,0 1 0,0-1 0,0 0 0,1 0 0,-1 0 0,0 0 0,0 0 0,1 1 0,-1-1 0,0 0 0,0 0 0,1 0 0,-1 0 0,0 0 0,0 0 0,1 0 0,-1 0 0,0 0 0,0 0 0,1 0 0,-1 0 0,0 0 0,0 0 0,1 0 0,-1 0 0,0-1 0,20-17 0,37-56-1365,-26 36-5461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16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24575,'0'10'0,"1"1"0,1-1 0,0 0 0,1 0 0,-1-1 0,2 1 0,-1 0 0,2-1 0,-1 0 0,10 15 0,-6-13 0,0 1 0,1-2 0,0 1 0,1-1 0,0 0 0,0-1 0,16 11 0,-15-14 10,0 0-1,0-1 1,1 0-1,-1 0 0,1-2 1,0 1-1,0-1 1,25 2-1,4-3-352,56-3 0,-63-1-421,-9 2-6062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17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83 387 24575,'60'-53'0,"-42"39"0,-1-1 0,21-23 0,-33 32 0,0 0 0,-1-1 0,0 1 0,0-1 0,0 0 0,-1 0 0,0 0 0,0 0 0,-1-1 0,3-13 0,-3 6 0,0 0 0,-1 0 0,-1 1 0,0-1 0,-1 0 0,-4-18 0,5 30 0,-1 0 0,1 1 0,-1-1 0,0 1 0,1-1 0,-1 1 0,0 0 0,0-1 0,-1 1 0,1 0 0,0 0 0,-1 0 0,0 0 0,1 0 0,-1 0 0,0 0 0,0 0 0,0 1 0,0-1 0,0 1 0,0-1 0,0 1 0,-1 0 0,1 0 0,0 0 0,-1 0 0,1 0 0,-1 1 0,1-1 0,-1 1 0,0-1 0,1 1 0,-1 0 0,1 0 0,-1 0 0,1 0 0,-1 1 0,0-1 0,1 1 0,-1 0 0,1-1 0,0 1 0,-1 0 0,-2 2 0,-4 2 0,-1 0 0,1 0 0,1 1 0,-1 0 0,1 0 0,0 1 0,0 0 0,1 1 0,0-1 0,0 2 0,1-1 0,0 1 0,0 0 0,1 0 0,-4 10 0,1-1 0,1 0 0,0 1 0,1-1 0,1 1 0,1 1 0,1-1 0,-1 23 0,3-33 0,1-1 0,0 1 0,1-1 0,0 0 0,0 1 0,1-1 0,0 0 0,0 1 0,1-1 0,4 9 0,-4-12 0,1 1 0,0-1 0,0 0 0,0 0 0,0 0 0,1 0 0,0-1 0,0 0 0,0 0 0,1 0 0,-1-1 0,1 0 0,11 5 0,6 1 0,1-1 0,0-1 0,1-1 0,0-1 0,35 2 0,-11-4 0,90-7 0,-128 2-227,0 1-1,-1-1 1,1 0-1,-1-1 1,20-8-1,-10 0-6598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18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2 24575,'-36'-1'0,"0"2"0,-1 1 0,1 2 0,-70 18 0,96-19 0,0 0 0,0 1 0,0 0 0,1 1 0,-1 0 0,1 0 0,1 1 0,-1 0 0,1 1 0,0 0 0,0 0 0,1 0 0,0 1 0,0 0 0,1 1 0,0 0 0,1 0 0,0 0 0,0 0 0,1 1 0,-6 19 0,7-20 0,1 0 0,0 0 0,0 0 0,1 0 0,1 0 0,0 0 0,0 0 0,0 0 0,3 10 0,-3-16 0,1 1 0,0-1 0,0 0 0,1 0 0,-1 0 0,1 0 0,-1 0 0,1 0 0,0 0 0,0-1 0,0 1 0,1-1 0,-1 1 0,1-1 0,-1 0 0,1 0 0,0 0 0,-1 0 0,1 0 0,0-1 0,0 0 0,1 1 0,-1-1 0,0 0 0,0 0 0,0-1 0,6 2 0,8 0 0,0 0 0,1-1 0,-1-1 0,1-1 0,-1 0 0,0-1 0,31-8 0,-38 8 0,-1-1 0,0-1 0,0 0 0,0 0 0,0 0 0,-1-1 0,0-1 0,0 1 0,0-1 0,0-1 0,-1 1 0,0-1 0,-1-1 0,1 1 0,5-10 0,-6 6 0,22-29 0,-28 40 0,0-1 0,1 1 0,-1 0 0,1-1 0,-1 1 0,0 0 0,1 0 0,-1-1 0,1 1 0,-1 0 0,1 0 0,-1-1 0,1 1 0,-1 0 0,1 0 0,-1 0 0,1 0 0,-1 0 0,1 0 0,-1 0 0,1 0 0,-1 0 0,1 0 0,-1 0 0,1 0 0,-1 0 0,1 1 0,0-1 0,0 1 0,0 0 0,0 1 0,0-1 0,0 0 0,0 0 0,-1 1 0,1-1 0,0 1 0,-1-1 0,1 1 0,-1-1 0,1 1 0,-1-1 0,1 3 0,0 5 0,1 0 0,1 0 0,0-1 0,0 1 0,1-1 0,0 0 0,0 0 0,1 0 0,0-1 0,0 0 0,1 0 0,-1 0 0,2 0 0,-1-1 0,1 0 0,0 0 0,0-1 0,1 0 0,-1 0 0,1-1 0,0 0 0,1 0 0,-1-1 0,1 0 0,17 4 0,-1-2-114,0-1 1,0-1-1,0-1 0,1-1 0,-1-2 1,1 0-1,-1-1 0,0-2 0,0-1 1,0 0-1,25-11 0,-22 8-6712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19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0 24575,'-14'375'-5591,"4"-179"3206,7-67 4708,-4-167 3429,-33-94-5851,32 109 99,-1 1 0,-1 0 0,-2 1 0,1 0 0,-2 1 0,-1 1 0,-1 0 0,-31-32 0,39 44 0,0 0 0,-1 1 0,0 0 0,0 1 0,0 0 0,-1 0 0,0 0 0,0 1 0,0 1 0,0-1 0,-1 2 0,1-1 0,-1 1 0,0 1 0,0-1 0,1 2 0,-1-1 0,0 2 0,0-1 0,0 1 0,1 1 0,-1-1 0,0 2 0,-10 3 0,9-1 0,1 1 0,-1 0 0,1 1 0,1 0 0,-1 0 0,1 1 0,0 0 0,1 0 0,0 1 0,1 1 0,-1-1 0,2 1 0,-1 0 0,1 1 0,1-1 0,0 1 0,1 0 0,0 1 0,-5 20 0,7-23 0,1 0 0,-1 1 0,2-1 0,-1 0 0,1 0 0,0 1 0,1-1 0,0 0 0,1 0 0,0 0 0,5 15 0,-4-18 0,0 0 0,0 0 0,1 0 0,0 0 0,0-1 0,0 1 0,0-1 0,1 0 0,0 0 0,0-1 0,1 0 0,-1 0 0,1 0 0,0 0 0,0-1 0,0 0 0,7 3 0,14 3 0,1-1 0,0-1 0,0-1 0,44 3 0,120-3 0,-136-5 0,26-1-1365,-55-1-5461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19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0 24575,'-1'158'0,"3"170"0,-2-321 0,1-1 0,-1 1 0,1 0 0,1 0 0,-1-1 0,3 8 0,1-10 0,-3-12 0,-1-14 0,-2 11 0,-1 1 0,0-1 0,-1 0 0,0 0 0,-1 1 0,0 0 0,-1 0 0,0 0 0,0 0 0,-1 1 0,0 0 0,-1 0 0,0 0 0,-1 1 0,1 0 0,-16-11 0,12 11 0,0 0 0,0 1 0,-1 0 0,0 1 0,0 1 0,-1 0 0,1 0 0,-1 1 0,0 1 0,-1 0 0,1 1 0,0 0 0,-18 1 0,22 1 0,-4 0 0,0 0 0,0 0 0,0 2 0,0 0 0,-21 5 0,30-6 0,1 1 0,0-1 0,0 1 0,0 0 0,0 0 0,0 0 0,0 0 0,0 0 0,1 1 0,-1-1 0,1 1 0,-1 0 0,1-1 0,0 1 0,0 0 0,1 0 0,-1 1 0,0-1 0,1 0 0,0 1 0,0-1 0,0 0 0,0 1 0,1-1 0,-1 6 0,0-2 4,0 0 0,1-1-1,-1 1 1,2 0 0,-1 0 0,1-1-1,0 1 1,0 0 0,1-1 0,0 1-1,0-1 1,0 0 0,1 1 0,0-1-1,0 0 1,1-1 0,-1 1 0,1-1-1,1 1 1,-1-1 0,1 0 0,0-1-1,0 1 1,0-1 0,0 0 0,1 0-1,0-1 1,0 1 0,0-1 0,0-1-1,9 4 1,9 1-216,1 0 0,0-2 0,0-1-1,1 0 1,0-2 0,49-3 0,-51 0-6614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20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24575,'-5'0'0,"0"0"0,0 1 0,0 0 0,0 0 0,0 1 0,0-1 0,0 1 0,1 0 0,-1 1 0,1-1 0,-1 1 0,1-1 0,0 1 0,0 1 0,0-1 0,1 0 0,-1 1 0,1 0 0,-6 8 0,5-7 0,1 0 0,0 0 0,0 1 0,1-1 0,0 1 0,0-1 0,0 1 0,0 0 0,1 0 0,0 0 0,0 0 0,1 0 0,-1 0 0,1 0 0,1 0 0,1 10 0,-1-13 0,0 0 0,1 0 0,0 0 0,-1-1 0,1 1 0,0 0 0,0-1 0,1 1 0,-1-1 0,0 0 0,1 0 0,-1 0 0,1 0 0,0 0 0,0 0 0,0-1 0,0 0 0,0 1 0,0-1 0,0 0 0,0 0 0,0-1 0,0 1 0,1-1 0,-1 1 0,0-1 0,5 0 0,3 0 0,0 0 0,0 0 0,0-1 0,0 0 0,-1-1 0,1 0 0,11-4 0,-17 4-41,-1-1 0,1-1-1,0 1 1,-1-1-1,0 1 1,0-1 0,0 0-1,0-1 1,-1 1 0,0-1-1,1 1 1,-2-1-1,1 0 1,-1 0 0,1 0-1,-1-1 1,-1 1 0,1 0-1,-1-1 1,0 1-1,0-1 1,0 0 0,-1 1-1,0-1 1,0 1 0,0-1-1,-1 0 1,0 1-1,0-1 1,-1 1 0,1-1-1,-3-5 1,-8-6-6785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21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 24575,'-8'0'0,"1"0"0,-1 0 0,0 0 0,1 1 0,-1 0 0,1 1 0,-1 0 0,1 0 0,0 0 0,0 1 0,0 0 0,0 0 0,0 1 0,1 0 0,-1 0 0,1 1 0,0 0 0,1 0 0,-1 0 0,1 0 0,0 1 0,0 0 0,1 0 0,-1 0 0,1 1 0,-3 8 0,3-9 0,1-1 0,0 1 0,1 0 0,-1 0 0,1 1 0,1-1 0,-1 0 0,1 1 0,0-1 0,0 1 0,1-1 0,0 1 0,0-1 0,0 1 0,1-1 0,0 1 0,0-1 0,5 12 0,-2-10 0,0 0 0,1 0 0,0 0 0,0 0 0,1-1 0,0 0 0,1 0 0,-1-1 0,1 0 0,0 0 0,1 0 0,15 8 0,5 1 0,1-1 0,0-1 0,1-2 0,0-1 0,43 8 0,159 18 0,-218-34 0,621 31 0,-484-30 0,-71 5-1365,-56-4-5461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26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24575,'2'1'0,"0"0"0,0-1 0,-1 1 0,1 0 0,-1 0 0,1 0 0,-1 0 0,1 0 0,-1 0 0,1 0 0,-1 0 0,0 1 0,0-1 0,1 0 0,-1 1 0,0-1 0,0 1 0,-1 0 0,1-1 0,0 1 0,0 0 0,-1-1 0,1 4 0,12 44 0,4 64 0,3 159 0,-21 121 0,-2-166 0,2-92 0,4 170 0,-1-277 0,1 0 0,2 0 0,1-1 0,1 1 0,1-1 0,1-1 0,24 47 0,-23-56 0,0 0 0,1-1 0,1 0 0,0 0 0,1-2 0,1 0 0,0 0 0,1-1 0,0-1 0,1 0 0,1-2 0,19 11 0,35 10 0,1-2 0,1-4 0,2-3 0,0-4 0,1-2 0,144 9 0,-184-25-1365,-9-2-5461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27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0 24575,'1'10'0,"1"-1"0,0 0 0,0 1 0,1-1 0,0 0 0,8 15 0,4 11 0,5 18 0,-13-41 0,-2 1 0,0-1 0,-1 1 0,0 0 0,0 0 0,-2 1 0,0-1 0,0 1 0,-1 20 0,-2-30 0,1-1 0,-1 0 0,-1 1 0,1-1 0,0 0 0,-1 0 0,0 0 0,0 0 0,0 0 0,0 0 0,0-1 0,0 1 0,-1-1 0,1 1 0,-1-1 0,0 0 0,1 0 0,-6 3 0,-6 3 0,0-1 0,-27 10 0,17-8 0,-30 12-60,26-10-266,1 0 0,0 2-1,-28 18 1,37-18-6500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28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8636 1703 24575,'-1'3'0,"-1"0"0,0-1 0,0 1 0,0 0 0,0-1 0,-1 0 0,1 0 0,0 1 0,-1-2 0,0 1 0,1 0 0,-1 0 0,0-1 0,0 1 0,0-1 0,-4 1 0,0 1 0,-30 13 0,-1-2 0,-67 16 0,41-13 0,-143 36 0,-382 46 0,-233-64 0,-919-138-543,1260 41 272,-757-198 0,1143 234 143,-408-118-3170,13-33 792,325 100 1308,113 49 2291,2-2 0,-80-62 1,107 73-742,0-1 1,1 0-1,2-2 1,0 0-1,1-2 1,2 0-1,0-1 1,1 0 0,2-2-1,1 1 1,1-2-1,1 0 1,-9-35-1,9 11-352,-2-3 0,-1 0 0,-23-54 0,30 93 0,0 0 0,-1 1 0,0 0 0,-2 0 0,1 1 0,-2 0 0,0 1 0,-1 0 0,0 1 0,0 0 0,-17-11 0,0 5 0,0 2 0,-2 0 0,1 3 0,-2 0 0,1 2 0,-65-14 0,-208-17 0,211 32 0,-468-10-683,500 20 1,39 0-6144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28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1 24575,'-19'1'0,"0"0"0,0 2 0,0 1 0,0 0 0,1 1 0,-29 12 0,-100 56 0,144-73 0,1 1 0,0 0 0,0 0 0,1 0 0,-1 0 0,0 0 0,0 0 0,0 0 0,1 1 0,-1-1 0,0 1 0,1-1 0,0 1 0,-1 0 0,1 0 0,0-1 0,0 1 0,0 0 0,0 0 0,0 0 0,0 0 0,1 0 0,-1 0 0,1 0 0,-1 1 0,1-1 0,0 0 0,0 0 0,0 0 0,0 3 0,2 0 0,1 1 0,-1-1 0,1 0 0,0 0 0,1-1 0,-1 1 0,1-1 0,0 1 0,0-1 0,7 6 0,41 31 0,1-2 0,2-3 0,66 33 0,-69-39 0,472 233 0,-474-238-1365,-33-16-5461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35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766 1225 24575,'-67'-71'0,"3"-4"0,3-2 0,4-2 0,3-3 0,-56-115 0,-1-55 0,14 4 0,61 177 0,33 66 0,-1 0 0,1 0 0,-1 1 0,0-1 0,0 1 0,-1-1 0,1 1 0,-1 1 0,0-1 0,0 1 0,-6-4 0,10 7 0,0-1 0,0 1 0,0 0 0,0-1 0,-1 1 0,1 0 0,0-1 0,0 1 0,0 0 0,0 0 0,-1 0 0,1 0 0,0 0 0,0 0 0,0 1 0,-1-1 0,1 0 0,0 1 0,0-1 0,0 1 0,0-1 0,0 1 0,0-1 0,0 1 0,0 0 0,0-1 0,-1 2 0,0 0 0,0 1 0,0 0 0,1-1 0,-1 1 0,1 0 0,0 0 0,0-1 0,0 1 0,0 0 0,-1 5 0,0 10 0,1-1 0,1 35 0,0-44 0,3 11 0,3-36 0,3-9 0,-4 14 0,1 1 0,0-1 0,0 1 0,1 0 0,1 1 0,10-12 0,-13 17 0,0 1 0,0 1 0,0-1 0,0 1 0,0-1 0,1 2 0,0-1 0,-1 1 0,1-1 0,0 2 0,0-1 0,0 1 0,0-1 0,1 2 0,6-1 0,4 1-3,0 0 0,1 2 0,-1 0-1,29 8 1,-2-1-1346,-21-5-5477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36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498 166 24575,'0'-17'0,"-1"0"0,0 1 0,-1-1 0,-7-29 0,9 44 0,-1-1 0,0 1 0,1-1 0,-1 0 0,0 1 0,0 0 0,-1-1 0,1 1 0,0 0 0,-1-1 0,0 1 0,1 0 0,-1 0 0,0 0 0,0 0 0,0 1 0,0-1 0,0 0 0,0 1 0,-1-1 0,1 1 0,-1 0 0,1 0 0,-1 0 0,1 0 0,-1 0 0,1 1 0,-1-1 0,0 1 0,1 0 0,-1 0 0,0 0 0,1 0 0,-1 0 0,0 0 0,1 1 0,-1-1 0,-5 2 0,4 0 0,0 1 0,0-1 0,0 1 0,1-1 0,-1 1 0,0 0 0,1 1 0,0-1 0,0 1 0,0-1 0,0 1 0,0 0 0,1 0 0,0 0 0,0 0 0,0 0 0,0 1 0,1-1 0,-2 5 0,2-6 0,0-1 0,0 1 0,1-1 0,-1 1 0,1 0 0,-1-1 0,1 1 0,0 0 0,0-1 0,0 1 0,0 0 0,0 0 0,1-1 0,-1 1 0,1-1 0,0 1 0,0 0 0,0-1 0,0 1 0,0-1 0,0 0 0,1 1 0,-1-1 0,1 0 0,0 0 0,-1 0 0,1 0 0,0 0 0,0 0 0,0-1 0,1 1 0,-1-1 0,3 2 0,-2-2 0,0-1 0,1 1 0,-1-1 0,0 0 0,0 0 0,0-1 0,0 1 0,0 0 0,0-1 0,0 0 0,0 0 0,0 0 0,0 0 0,0 0 0,0-1 0,0 1 0,-1-1 0,5-4 0,49-40 0,-48 39 0,-1 1 0,-1 0 0,1 1 0,0-1 0,13-5 0,-20 10 0,1 1 0,-1 0 0,1 0 0,0-1 0,-1 1 0,1 0 0,-1 0 0,1 0 0,-1-1 0,1 1 0,0 0 0,-1 0 0,1 0 0,-1 0 0,1 0 0,-1 0 0,1 0 0,0 0 0,-1 1 0,1-1 0,-1 0 0,1 0 0,-1 0 0,1 1 0,-1-1 0,1 0 0,-1 0 0,1 1 0,-1-1 0,1 1 0,0 1 0,-1 0 0,1 0 0,-1-1 0,0 1 0,1 0 0,-1 0 0,0 0 0,0 0 0,-1 0 0,1 0 0,0 0 0,-1 0 0,1-1 0,-1 1 0,-1 3 0,-8 22 0,-1 0 0,-1-1 0,-2 0 0,0-1 0,-2 0 0,-1-1 0,0-1 0,-2-1 0,-36 33 0,49-50 0,-1 0 0,0-1 0,1 0 0,-2 0 0,1-1 0,0 0 0,-1 0 0,1-1 0,-1 1 0,-13 0 0,-83 7 0,93-10 0,-127 2-1365,109-2-5461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37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1 221 24575,'26'-1'0,"1"-1"0,-1-2 0,0-1 0,0-1 0,0-1 0,-1-1 0,26-12 0,1-4 0,-1-3 0,56-37 0,-101 60 0,1-1 0,-1 0 0,0 0 0,0 0 0,10-12 0,-13 5 0,-14 14 0,-18 12 0,10 1 0,1 0 0,0 1 0,1 0 0,1 2 0,0 0 0,2 1 0,0 0 0,1 1 0,1 1 0,-15 33 0,25-52 0,1 1 0,0-1 0,0 1 0,0-1 0,0 1 0,1-1 0,-1 1 0,1 0 0,-1-1 0,1 1 0,0-1 0,0 1 0,0 0 0,0-1 0,1 1 0,-1 0 0,1-1 0,-1 1 0,1-1 0,0 1 0,2 3 0,-1-4 0,0 0 0,1 0 0,-1 0 0,1 0 0,-1-1 0,1 1 0,0-1 0,-1 1 0,1-1 0,0 0 0,0 0 0,0 0 0,0-1 0,0 1 0,0-1 0,0 0 0,0 1 0,5-2 0,39-4-1365,-29-2-5461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37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24575,'4'0'0,"10"0"0,8 0 0,3 0 0,3 0 0,4 0 0,2 0 0,-1 0 0,7 0 0,1-4 0,-2-6 0,-4-2 0,-3 2 0,-2 3 0,-8-3 0,-2 2 0,0-3 0,-4 0-8191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3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24575,'-5'9'0,"0"7"0,-5 9 0,0 10 0,-3 2 0,-4 4 0,2 4 0,3-2 0,3-3 0,4-10-8191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38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1 248 24575,'27'-47'0,"-17"23"0,2 0 0,1 0 0,21-29 0,-30 47 0,0 0 0,1 0 0,-1 1 0,1 0 0,0 0 0,1 0 0,-1 0 0,1 1 0,0 0 0,0 0 0,1 1 0,-1 0 0,0 0 0,1 0 0,0 1 0,0 0 0,12-2 0,-17 4 0,1 0 0,-1 1 0,0-1 0,0 1 0,0-1 0,0 1 0,0 0 0,0-1 0,0 1 0,0 0 0,0 1 0,-1-1 0,1 0 0,0 0 0,-1 1 0,1-1 0,-1 1 0,1-1 0,-1 1 0,0 0 0,1 0 0,-1 0 0,0-1 0,0 1 0,-1 0 0,1 0 0,0 0 0,0 0 0,-1 0 0,0 1 0,1-1 0,-1 0 0,0 4 0,2 11 0,0 1 0,-2-1 0,-1 20 0,0-24 0,-5 46 0,6-59 0,0 0 0,0 0 0,0 0 0,0 0 0,0 1 0,0-1 0,0 0 0,0 0 0,0 0 0,0 0 0,0 0 0,0 1 0,0-1 0,0 0 0,0 0 0,0 0 0,0 0 0,1 0 0,-1 0 0,0 0 0,0 1 0,0-1 0,0 0 0,0 0 0,0 0 0,0 0 0,1 0 0,-1 0 0,0 0 0,0 0 0,0 0 0,0 0 0,0 0 0,1 0 0,-1 0 0,0 0 0,0 0 0,0 0 0,0 0 0,1 0 0,-1 0 0,0 0 0,0 0 0,0 0 0,0 0 0,0 0 0,1 0 0,-1 0 0,0 0 0,0 0 0,0 0 0,0 0 0,0-1 0,0 1 0,0 0 0,1 0 0,-1 0 0,0 0 0,0 0 0,0 0 0,0 0 0,0-1 0,0 1 0,0 0 0,0 0 0,20-13 0,28-26 0,-39 31 0,25-17 0,1 0 0,1 3 0,1 1 0,51-21 0,-84 40 0,0 0 0,0 0 0,0 1 0,1 0 0,-1 0 0,1 0 0,-1 0 0,1 0 0,-1 1 0,1 0 0,5 0 0,-8 1 0,0 0 0,0 0 0,0-1 0,0 1 0,0 0 0,0 0 0,0 1 0,-1-1 0,1 0 0,0 1 0,-1-1 0,1 1 0,-1-1 0,0 1 0,1-1 0,-1 1 0,0 0 0,0 0 0,0 0 0,0 0 0,0 0 0,-1 0 0,1 0 0,-1 0 0,1 4 0,3 11-151,-1 2-1,-1-1 0,-1 0 0,-1 0 1,0 1-1,-1-1 0,-1 0 1,-8 31-1,4-31-6674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39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 24575,'-4'0'0,"0"0"0,0 1 0,0-1 0,0 1 0,1 0 0,-1 0 0,0 0 0,0 0 0,1 1 0,-1-1 0,1 1 0,-1 0 0,1 0 0,-6 6 0,7-7 0,1 0 0,0 1 0,0 0 0,-1-1 0,1 1 0,0 0 0,1-1 0,-1 1 0,0 0 0,0 0 0,1 0 0,-1-1 0,1 1 0,0 0 0,-1 0 0,1 0 0,0 0 0,0 0 0,0 0 0,1 0 0,-1 0 0,0 0 0,1 0 0,-1 0 0,1-1 0,-1 1 0,1 0 0,0 0 0,0 0 0,0-1 0,0 1 0,2 2 0,3 3 0,-1 0 0,1-1 0,1 0 0,-1 0 0,1 0 0,12 7 0,-12-9 0,-1 1 0,1 0 0,-1 0 0,0 1 0,-1 0 0,7 7 0,-11-10 0,1 0 0,0 0 0,-1 1 0,1-1 0,-1 1 0,0-1 0,0 1 0,0-1 0,-1 1 0,1 0 0,-1-1 0,0 1 0,0 0 0,0 0 0,-1-1 0,1 1 0,-3 6 0,2-5 4,0 0-1,-1-1 1,0 1-1,0 0 1,0-1-1,0 0 1,-1 1-1,0-1 1,0 0-1,0 0 1,0-1-1,-1 1 1,1-1-1,-1 1 1,0-1-1,0 0 1,0-1-1,-6 4 1,-6 1-116,0 0 0,-1-1 0,-30 7 0,11-3-872,19-5-5842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0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805 56 24575,'1'0'0,"-1"-1"0,1 1 0,0 0 0,0-1 0,-1 1 0,1 0 0,0-1 0,-1 1 0,1-1 0,0 1 0,-1-1 0,1 1 0,-1-1 0,1 1 0,0-1 0,-1 0 0,0 1 0,1-1 0,-1 0 0,1 1 0,-1-1 0,0 0 0,1 0 0,-1 1 0,0-1 0,0 0 0,0 0 0,0 1 0,0-1 0,0 0 0,0 0 0,0 0 0,0 1 0,0-1 0,0 0 0,0 0 0,0 0 0,-1 1 0,1-1 0,0 0 0,-1 0 0,1 1 0,0-1 0,-1 0 0,1 1 0,-1-1 0,1 0 0,-1 1 0,1-1 0,-1 1 0,0-1 0,1 1 0,-1-1 0,0 1 0,1 0 0,-2-1 0,-5-3 0,-1 1 0,1 0 0,-1 1 0,1 0 0,-1 0 0,0 0 0,0 1 0,0 0 0,0 1 0,0 0 0,0 0 0,0 1 0,0 0 0,1 0 0,-1 0 0,0 1 0,0 1 0,1-1 0,0 1 0,-1 1 0,1-1 0,0 1 0,1 0 0,-1 1 0,1-1 0,-1 2 0,1-1 0,1 0 0,-1 1 0,1 0 0,0 0 0,1 1 0,-1 0 0,-4 10 0,0 4 0,1 1 0,-10 42 0,17-59 0,0 0 0,0 1 0,0-1 0,1 1 0,-1-1 0,2 1 0,-1-1 0,0 0 0,1 1 0,0-1 0,0 0 0,1 1 0,-1-1 0,1 0 0,0 0 0,1 0 0,-1 0 0,5 5 0,-4-7 0,0-1 0,0 1 0,0-1 0,0 0 0,0 0 0,1 0 0,-1-1 0,1 1 0,-1-1 0,1 0 0,0 0 0,-1 0 0,1 0 0,0-1 0,4 1 0,64-2 0,-47 0 0,-3 0 0,0-1 0,-1-1 0,1 0 0,-1-2 0,36-12 0,-46 13 0,0-1 0,0 0 0,-1-1 0,1 0 0,-1-1 0,-1 0 0,1-1 0,-1 1 0,0-2 0,-1 1 0,13-19 0,-9 16 0,-10 21 0,-10 23 0,-37 58 0,-5-2 0,-112 153 0,120-185 0,-3-2 0,-2-2 0,-2-2 0,-70 55 0,112-101 0,-1 0 0,0 0 0,-1-1 0,1 0 0,-1 0 0,0-1 0,0 0 0,0-1 0,0 0 0,-11 1 0,-1-1 0,0-1 0,1-2 0,-33-3 0,42 2 0,1-1 0,-1 0 0,0-1 0,1 0 0,0-1 0,0 0 0,-11-7 0,-63-48 0,52 25-1365,21 17-5461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2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24575,'0'149'0,"2"-163"11,1 1 0,0 0 0,0 0 0,2 1 0,-1-1 0,2 1-1,-1 0 1,2 0 0,0 1 0,11-16 0,-13 20-94,1 1 1,-1 0-1,1 0 1,0 0-1,1 0 1,-1 1-1,1 0 1,0 1-1,0 0 1,1 0-1,-1 0 1,1 1-1,0 0 1,0 0-1,0 1 1,0 0-1,14-1 1,0 3-6744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3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26 205 24575,'13'1'0,"1"-2"0,-1 0 0,0 0 0,1-1 0,-1-1 0,0 0 0,0 0 0,12-7 0,-19 7 0,0 0 0,0-1 0,-1 1 0,1-1 0,-1-1 0,0 1 0,-1-1 0,1 1 0,-1-2 0,0 1 0,0 0 0,0-1 0,-1 1 0,1-1 0,-2 0 0,1 0 0,-1-1 0,3-7 0,-4 12 0,-1 0 0,1-1 0,0 1 0,-1 0 0,1-1 0,-1 1 0,0-1 0,0 1 0,0-1 0,0 1 0,0 0 0,0-1 0,-1 1 0,1-1 0,-1 1 0,0 0 0,1-1 0,-1 1 0,0 0 0,0 0 0,-1 0 0,1 0 0,0 0 0,-1 0 0,1 0 0,-1 0 0,0 0 0,0 1 0,1-1 0,-1 1 0,0-1 0,0 1 0,0 0 0,-1 0 0,1 0 0,0 0 0,0 0 0,-1 0 0,1 0 0,-5 0 0,2 0 0,0 1 0,-1-1 0,1 1 0,0 0 0,0 0 0,-1 0 0,1 1 0,0 0 0,0 0 0,0 0 0,0 1 0,0 0 0,0 0 0,0 0 0,1 0 0,-1 1 0,1 0 0,-7 5 0,0 5 0,0 0 0,1 1 0,1 1 0,1-1 0,0 1 0,1 0 0,0 1 0,1 0 0,1 0 0,-4 20 0,8-32 0,1 0 0,-1 0 0,1 0 0,0 0 0,0 1 0,0-1 0,1 0 0,-1 0 0,1 0 0,0 0 0,0 0 0,0 0 0,1 0 0,-1 0 0,1-1 0,0 1 0,0 0 0,1-1 0,2 5 0,0-3 0,1-1 0,-1 1 0,1-1 0,0 0 0,0 0 0,0 0 0,0-1 0,1 0 0,-1 0 0,11 2 0,9 2 0,0-2 0,0-1 0,1-1 0,50-1 0,-71-2-105,0 0 0,0 0 0,0-1 0,0 0 0,0 0 0,-1 0 0,1-1 0,-1 0 0,1 0 0,-1 0 0,1-1 0,6-4 0,0-3-6721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4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 24575,'-21'0'0,"1"0"0,-1 2 0,1 0 0,0 1 0,-1 2 0,1 0 0,-24 9 0,38-11 0,0 0 0,0 0 0,0 0 0,1 1 0,-1-1 0,1 1 0,0 1 0,0-1 0,0 1 0,0 0 0,1 0 0,0 0 0,0 0 0,1 1 0,-1 0 0,1 0 0,0 0 0,1 0 0,-1 0 0,1 0 0,1 1 0,-1-1 0,1 1 0,0-1 0,0 1 0,1 8 0,0-11 0,0 0 0,0 0 0,0 1 0,0-1 0,1 0 0,0 0 0,0 0 0,0-1 0,0 1 0,0 0 0,1 0 0,0-1 0,0 1 0,0 0 0,0-1 0,0 0 0,1 0 0,0 1 0,-1-2 0,1 1 0,0 0 0,1 0 0,-1-1 0,5 3 0,-1-2 0,-1 0 0,1-1 0,0 0 0,1-1 0,-1 1 0,0-1 0,0 0 0,1-1 0,-1 0 0,0 0 0,1-1 0,13-2 0,-3-1 0,-1 0 0,1-1 0,-1 0 0,0-2 0,24-12 0,-34 15 0,0 0 0,0-1 0,0 0 0,0 0 0,-1 0 0,0-1 0,0 0 0,0 0 0,-1-1 0,0 1 0,0-1 0,-1 0 0,0-1 0,4-7 0,-8 15 0,0 0 0,0-1 0,0 1 0,1 0 0,-1-1 0,0 1 0,0 0 0,0-1 0,0 1 0,0 0 0,1-1 0,-1 1 0,0 0 0,0-1 0,0 1 0,0-1 0,0 1 0,0 0 0,0-1 0,-1 1 0,1 0 0,0-1 0,0 1 0,0-1 0,0 1 0,0 0 0,0-1 0,-1 1 0,1 0 0,0 0 0,0-1 0,0 1 0,-1 0 0,1-1 0,0 1 0,-1 0 0,0 0 0,1 0 0,-1 0 0,1 0 0,-1 0 0,1 0 0,-1 0 0,1 0 0,-1 1 0,1-1 0,-1 0 0,1 1 0,-1-1 0,1 0 0,-1 0 0,1 1 0,-1-1 0,1 1 0,0-1 0,-1 1 0,1-1 0,0 0 0,-1 1 0,1-1 0,-1 2 0,-3 8 0,0 1 0,0 0 0,1-1 0,0 1 0,1 0 0,0 1 0,1-1 0,1 0 0,-1 1 0,2-1 0,-1 0 0,5 18 0,-5-27 3,0-1-1,0 0 1,0 1-1,1-1 1,-1 0 0,1 1-1,-1-1 1,1 0-1,0 1 1,-1-1-1,1 0 1,0 0-1,0 0 1,0 0-1,-1 0 1,1 0 0,1 0-1,-1 0 1,0 0-1,0 0 1,0 0-1,0-1 1,1 1-1,-1 0 1,0-1-1,0 1 1,1-1 0,-1 0-1,0 1 1,1-1-1,-1 0 1,1 0-1,-1 0 1,0 0-1,1 0 1,-1 0-1,1 0 1,-1 0 0,0-1-1,1 1 1,-1 0-1,0-1 1,1 1-1,-1-1 1,0 0-1,2 0 1,2-2-152,0 0 1,-1-1-1,1 0 1,-1 0-1,1 0 1,-1 0-1,-1 0 1,1-1-1,5-9 1,3-9-6678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4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24575,'0'5'0,"0"9"0,0 16 0,0 11 0,0 7 0,0 5 0,0 1 0,0-4 0,0 3 0,0-4 0,0-1 0,0-5 0,0-5 0,0 0 0,4-7 0,2-13 0,4-14 0,0-8-8191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5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24575,'4'0'0,"6"0"0,6 0 0,4 0 0,3 0 0,2 0 0,1 0 0,-4 0-8191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5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24575,'0'5'0,"0"9"0,0 7 0,0 5 0,0 5 0,-4 3 0,-2 0 0,-3 6 0,-1 2 0,1 1 0,3 8 0,2-11 0,6-15 0,2-13-8191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5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6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24575,'0'4'0,"0"6"0,0 6 0,0 4 0,0 3 0,0 2 0,0 1 0,0 1 0,0-1 0,0 1 0,0-1 0,0 0 0,0-5-8191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7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24575,'0'39'0,"-1"14"0,2-39 0,0-17 0,1-8 0,0 0 0,0 1 0,1 0 0,0-1 0,1 1 0,1 0 0,-1 0 0,1 1 0,1 0 0,10-14 0,-15 22 0,-1 1 0,0-1 0,1 1 0,-1 0 0,0 0 0,1-1 0,-1 1 0,1 0 0,-1-1 0,1 1 0,-1 0 0,1 0 0,-1 0 0,1 0 0,-1-1 0,1 1 0,-1 0 0,1 0 0,-1 0 0,1 0 0,-1 0 0,1 0 0,-1 0 0,1 0 0,-1 0 0,1 1 0,-1-1 0,1 0 0,-1 0 0,0 0 0,1 1 0,-1-1 0,1 0 0,-1 0 0,1 1 0,-1-1 0,0 0 0,1 1 0,-1-1 0,0 0 0,1 1 0,-1-1 0,0 1 0,1-1 0,-1 0 0,0 1 0,0-1 0,0 1 0,1-1 0,-1 1 0,0-1 0,0 1 0,0-1 0,0 1 0,0-1 0,0 1 0,0-1 0,0 2 0,5 34 0,-5-33 0,0 23 0,-1-20 0,0-1 0,1 1 0,0 0 0,0 0 0,1 0 0,0-1 0,0 1 0,0 0 0,0-1 0,1 1 0,3 7 0,-4-13 0,0 1 0,-1-1 0,1 0 0,0 1 0,-1-1 0,1 0 0,0 0 0,-1 0 0,1 0 0,0 1 0,0-1 0,-1 0 0,1 0 0,0 0 0,0 0 0,-1 0 0,1-1 0,0 1 0,0 0 0,-1 0 0,1 0 0,0-1 0,-1 1 0,1 0 0,0-1 0,-1 1 0,1-1 0,-1 1 0,1 0 0,0-1 0,-1 0 0,1 1 0,-1-1 0,1 1 0,-1-1 0,0 1 0,1-1 0,-1-1 0,25-29 0,-21 26 0,8-12 0,1 1 0,0 1 0,1 0 0,1 1 0,0 0 0,19-12 0,-33 25-3,0 0 0,0 0 0,0 0-1,0 1 1,1-1 0,-1 0 0,0 1 0,0-1-1,1 0 1,-1 1 0,1 0 0,-1-1-1,0 1 1,1 0 0,-1 0 0,1 0 0,-1 0-1,1 0 1,-1 0 0,1 0 0,-1 0-1,0 1 1,1-1 0,1 1 0,-2 0 14,0 1 0,0-1 0,1 0 0,-1 0 0,0 1 1,-1-1-1,1 0 0,0 1 0,0-1 0,-1 1 0,1-1 0,-1 1 0,1 0 1,-1-1-1,0 1 0,1-1 0,-1 4 0,0 3-197,0 0 1,0 0-1,-1 0 0,0 0 1,0 0-1,-1 0 1,-3 11-1,-7 7-6640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7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0 185 24575,'79'1'0,"-17"1"0,63-7 0,-109 4 0,1-1 0,-1-1 0,0-1 0,1 0 0,-2-1 0,1-1 0,-1 0 0,26-15 0,-38 19 0,0 0 0,0 0 0,0 0 0,-1 0 0,1 0 0,0-1 0,-1 1 0,0-1 0,1 1 0,-1-1 0,0 0 0,-1 0 0,1 0 0,0 0 0,-1-1 0,0 1 0,1 0 0,-1-1 0,-1 1 0,1 0 0,0-1 0,-1 1 0,0-6 0,0 6 0,-1 0 0,0 1 0,0-1 0,0 0 0,-1 1 0,1-1 0,0 1 0,-1-1 0,0 1 0,0 0 0,1-1 0,-1 1 0,-1 0 0,1 0 0,0 1 0,0-1 0,-1 0 0,1 1 0,-1-1 0,1 1 0,-1 0 0,0 0 0,1 0 0,-1 0 0,0 1 0,0-1 0,0 0 0,-4 1 0,0-2 0,0 1 0,-1 0 0,1 0 0,0 0 0,-1 1 0,1 0 0,-1 1 0,1-1 0,-1 2 0,1-1 0,0 1 0,0 0 0,0 0 0,0 1 0,0 0 0,0 0 0,1 1 0,-1 0 0,1 0 0,0 0 0,0 1 0,1 0 0,-1 0 0,1 0 0,0 1 0,-6 8 0,1 2 0,0 1 0,0-1 0,2 1 0,0 1 0,1 0 0,1 0 0,1 0 0,0 1 0,1 0 0,2 0 0,-1 0 0,2 32 0,0-28 0,2 0 0,0-1 0,1 1 0,2-1 0,0 0 0,10 28 0,-11-40 0,1 0 0,0-1 0,1 1 0,0-1 0,1 0 0,0 0 0,0-1 0,1 0 0,0 0 0,0 0 0,1-1 0,0 0 0,0-1 0,1 0 0,15 9 0,-5-5-273,1-1 0,-1-1 0,2 0 0,41 8 0,-40-12-6553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9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1425 6 24575,'-135'-3'0,"55"0"0,0 3 0,0 4 0,-82 15 0,134-14 0,0 2 0,1 1 0,0 1 0,0 1 0,1 2 0,1 0 0,0 2 0,0 1 0,1 0 0,1 2 0,1 1 0,1 1 0,0 0 0,-32 42 0,-148 252 0,168-251 0,3 2 0,2 1 0,-25 92 0,17-11 0,-25 214 0,22 153 0,35 108 0,6-366 0,3 10 0,46 304 0,-40-499 0,3-2 0,3 0 0,36 92 0,-45-135-1365,-5-8-5461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49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24575,'3'39'0,"1"0"0,2 0 0,2 0 0,2-1 0,1 0 0,1 0 0,3-2 0,1 0 0,1 0 0,29 41 0,-45-73 0,1-1 0,1 1 0,-1-1 0,0 0 0,1 0 0,0 0 0,-1 0 0,1 0 0,1-1 0,-1 1 0,0-1 0,0 0 0,1 1 0,-1-2 0,1 1 0,0 0 0,0-1 0,0 0 0,4 1 0,-3-2 0,0 0 0,0 0 0,-1-1 0,1 0 0,0 0 0,-1-1 0,1 1 0,-1-1 0,1 0 0,-1 0 0,0 0 0,0-1 0,0 1 0,0-1 0,7-6 0,143-133 100,25-19-1565,-148 137-5361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53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3283 4239 24575,'-23'-1'0,"1"-1"0,0-1 0,0-1 0,1-1 0,-1 0 0,1-2 0,-27-12 0,-136-79 0,153 79 0,-157-89 0,-459-280 0,477 274 0,-263-228 0,340 252 0,3-3 0,5-5 0,-125-186 0,-154-360 0,132 158 0,185 371 0,5-2 0,-36-163 0,-9-47 0,37 138 0,32 127 0,11 42 0,1 0 0,1 0 0,0-1 0,-2-38 0,7 37 0,-2 6 0,2 0 0,-1 0 0,2 0 0,0 0 0,1 0 0,1 0 0,0 0 0,2 0 0,5-16 0,-3 88 0,-8 152 0,-1-251 0,1-44 0,2 81 0,-1 0 0,1 0 0,0 0 0,1 0 0,-1 0 0,1 0 0,0 0 0,1 0 0,-1 0 0,6-7 0,-6 10 0,0 1 0,0 0 0,1-1 0,-1 1 0,1 0 0,-1 0 0,1 1 0,0-1 0,0 0 0,0 1 0,0 0 0,0 0 0,0 0 0,0 0 0,0 0 0,1 0 0,-1 1 0,0 0 0,0 0 0,0 0 0,1 0 0,-1 0 0,0 0 0,0 1 0,1 0 0,5 1 0,9 5 0,1-1 0,-2 2 0,28 16 0,0-1 0,48 18-1365,-75-30-5461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54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24575,'0'-7'0,"0"1"0,0-1 0,1 0 0,0 1 0,0-1 0,0 0 0,1 1 0,0-1 0,0 1 0,1 0 0,4-9 0,-4 11 0,0 1 0,0 0 0,0 0 0,1 0 0,-1 0 0,1 0 0,-1 1 0,1-1 0,0 1 0,0 0 0,0 0 0,1 1 0,-1-1 0,0 1 0,1 0 0,-1 0 0,0 0 0,7 0 0,22-2 0,0 2 0,0 1 0,0 1 0,46 9 0,131 35 0,-51-8 0,-57-12 0,-68-15 0,1-2 0,65 7 0,-68-18-1365,-8-5-5461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0:21:5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 24575,'0'13'0,"1"0"0,0-1 0,1 1 0,0 0 0,1 0 0,1-1 0,5 15 0,4 0 0,31 49 0,-42-73 0,0 1 0,0-1 0,0 1 0,0 0 0,0-1 0,-1 1 0,0 0 0,1 0 0,-2 0 0,1 0 0,0 0 0,-1 0 0,0 0 0,1 0 0,-2 0 0,1 0 0,0 0 0,-1 1 0,0-1 0,0-1 0,0 1 0,0 0 0,-1 0 0,0 0 0,-3 6 0,-4 2 0,-1-1 0,0 0 0,0 0 0,-1-1 0,-22 15 0,10-7 0,5-3 0,-5 2 0,1 2 0,1 0 0,-25 31 0,45-49 3,0-1-1,1 1 1,-1 0 0,0 0-1,1 0 1,-1 0-1,1 0 1,-1 0 0,1 0-1,0 0 1,-1 0-1,1 0 1,0 0-1,0 0 1,-1 1 0,1-1-1,0 0 1,0 0-1,1 0 1,-1 0 0,0 0-1,0 0 1,0 0-1,1 0 1,-1 0-1,0 0 1,1 1 0,0 0-1,25 19-1442,4-5-5386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5FEE5-E233-A5C1-916D-6B35096AD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A6258-CEF4-D0E4-0FB9-10272AAA7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7EC51-8340-B7DD-91A4-F4C4D597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11505-4B14-F793-C099-21106A65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23051-635D-B1A5-C4F9-334887BA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10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A4897-A0AC-5C34-8580-C99AEE9D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1480-1502-6E5D-A06B-B4A9EC0E0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1AB84-1672-E973-AC6F-B0317870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B39DF-3487-7F91-2A80-2676E2FB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63C01-CAE8-AE69-2ED9-61271107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4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6742-273F-2F9F-15CF-1A1FB0AB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5BF86-DFF4-A0E8-7E2F-053AF0CF6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3CB98-D541-080B-FFF0-0A0AB9FF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44AED-B9FA-BD11-4F6E-9FBCF942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2E54-15B8-0966-7E04-04591E3E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F49A5-6F7F-00F3-B934-21DAD37A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7794-1538-88EF-0D9B-D07C5B4DE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D0488-3AF4-D0D3-AD0A-FB8E0E020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17B17-EE44-0303-757E-45EBA94D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39898-4DB9-AA32-600E-C00C5843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FE5A2-E538-4ADA-9C9B-479D5EFF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8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E371-C9D0-E56B-5A3A-CB82ED73C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030CE-6077-7945-D448-42B3E1A4F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CC47F-B686-F5E1-689A-5B4633B8E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12B01-6EA7-F27C-8C18-6E5612ECC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0C963A-B6E1-5695-9AF4-95D137E73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2BD2D6-0F42-C28B-FD35-0EAA704A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120BD-3337-EF52-2766-BCB938340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19F525-F629-88ED-BAE7-FFCFE0FA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8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0ACB-F71A-A7CE-E331-2FC7746D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A5ECC-0F8D-6C57-033E-5D914246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AFB55-805F-FD82-A39F-8EDBC7AD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9B583-9604-6410-3517-3FA20080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962D5-E5A1-4C1E-F93B-415D01F29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4124C-DE89-02BB-0279-B1B85BD4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F025B-A84E-41CA-7076-7B73FA29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8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0B8D-C1C5-97F7-8449-22E00696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5EC8D-96A1-3D22-088A-E1A7CE51E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054A1-2DA3-D151-C869-92248A0C2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DC339-EB9B-3E56-7473-5E5B84FC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67B67-49E3-02AE-2080-AE914876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C5987-684B-F0A2-4A29-2A49123A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2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9977B-64E3-63DE-E3F7-DCD697F3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32BBA-3674-9DE8-D71F-DFCB8607B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A7069-C0A0-D294-DB7A-89CB911C8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C7516-D8C3-A387-A919-D0395303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6F46E-0954-413A-3A0A-80B95941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D74C3-D955-959E-B0C4-65725BD9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33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BBDA-FDAD-3CF7-AB44-6D740F05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32264-F963-95D3-D0E2-B693C80FF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38C0E-4D3F-00F0-4557-E39D617D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49EA3-ED48-880F-E24E-615AA111D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0A2CE-6C21-734E-A931-4DC5354E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5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B072BA-2208-DABA-59F2-D8D92A6A2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C2E85-D986-1E1A-9935-A30952FDB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4333B-7967-68C1-ED88-6BCFB694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1CBB0-5D01-7D24-AE9B-B4272A07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6B5C0-A2A7-B17B-C285-DDF573D6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0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ED6E3F-B0DA-3E30-36FF-2E86D7B5D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E39DD-5EF2-8F47-CBA9-8E7F713D0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8C831-806E-3B60-F06D-86C349F56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3C947-0C62-40F7-BC48-6B3EDD12B3DE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25DBA-6700-BCC6-ABFA-78183D1C1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E0E35-2F26-EE55-2446-579E96A3D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B8CC4-A267-4D49-B32F-02250DB8A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5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image" Target="../media/image133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58" Type="http://schemas.openxmlformats.org/officeDocument/2006/relationships/image" Target="../media/image128.png"/><Relationship Id="rId279" Type="http://schemas.openxmlformats.org/officeDocument/2006/relationships/customXml" Target="../ink/ink14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image" Target="../media/image123.png"/><Relationship Id="rId269" Type="http://schemas.openxmlformats.org/officeDocument/2006/relationships/customXml" Target="../ink/ink135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280" Type="http://schemas.openxmlformats.org/officeDocument/2006/relationships/image" Target="../media/image139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customXml" Target="../ink/ink130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image" Target="../media/image134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customXml" Target="../ink/ink125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image" Target="../media/image129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image" Target="../media/image124.png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customXml" Target="../ink/ink131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customXml" Target="../ink/ink126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image" Target="../media/image135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image" Target="../media/image130.png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image" Target="../media/image125.png"/><Relationship Id="rId273" Type="http://schemas.openxmlformats.org/officeDocument/2006/relationships/customXml" Target="../ink/ink137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customXml" Target="../ink/ink132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customXml" Target="../ink/ink127.xml"/><Relationship Id="rId274" Type="http://schemas.openxmlformats.org/officeDocument/2006/relationships/image" Target="../media/image136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image" Target="../media/image131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image" Target="../media/image126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customXml" Target="../ink/ink138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customXml" Target="../ink/ink128.xml"/><Relationship Id="rId276" Type="http://schemas.openxmlformats.org/officeDocument/2006/relationships/image" Target="../media/image137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image" Target="../media/image132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image" Target="../media/image127.png"/><Relationship Id="rId277" Type="http://schemas.openxmlformats.org/officeDocument/2006/relationships/customXml" Target="../ink/ink139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customXml" Target="../ink/ink134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customXml" Target="../ink/ink129.xml"/><Relationship Id="rId278" Type="http://schemas.openxmlformats.org/officeDocument/2006/relationships/image" Target="../media/image138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customXml" Target="../ink/ink124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8.xml"/><Relationship Id="rId21" Type="http://schemas.openxmlformats.org/officeDocument/2006/relationships/customXml" Target="../ink/ink150.xml"/><Relationship Id="rId42" Type="http://schemas.openxmlformats.org/officeDocument/2006/relationships/image" Target="../media/image159.png"/><Relationship Id="rId63" Type="http://schemas.openxmlformats.org/officeDocument/2006/relationships/customXml" Target="../ink/ink171.xml"/><Relationship Id="rId84" Type="http://schemas.openxmlformats.org/officeDocument/2006/relationships/image" Target="../media/image180.png"/><Relationship Id="rId138" Type="http://schemas.openxmlformats.org/officeDocument/2006/relationships/image" Target="../media/image207.png"/><Relationship Id="rId107" Type="http://schemas.openxmlformats.org/officeDocument/2006/relationships/customXml" Target="../ink/ink193.xml"/><Relationship Id="rId11" Type="http://schemas.openxmlformats.org/officeDocument/2006/relationships/customXml" Target="../ink/ink145.xml"/><Relationship Id="rId32" Type="http://schemas.openxmlformats.org/officeDocument/2006/relationships/image" Target="../media/image154.png"/><Relationship Id="rId37" Type="http://schemas.openxmlformats.org/officeDocument/2006/relationships/customXml" Target="../ink/ink158.xml"/><Relationship Id="rId53" Type="http://schemas.openxmlformats.org/officeDocument/2006/relationships/customXml" Target="../ink/ink166.xml"/><Relationship Id="rId58" Type="http://schemas.openxmlformats.org/officeDocument/2006/relationships/image" Target="../media/image167.png"/><Relationship Id="rId74" Type="http://schemas.openxmlformats.org/officeDocument/2006/relationships/image" Target="../media/image175.png"/><Relationship Id="rId79" Type="http://schemas.openxmlformats.org/officeDocument/2006/relationships/customXml" Target="../ink/ink179.xml"/><Relationship Id="rId102" Type="http://schemas.openxmlformats.org/officeDocument/2006/relationships/image" Target="../media/image189.png"/><Relationship Id="rId123" Type="http://schemas.openxmlformats.org/officeDocument/2006/relationships/customXml" Target="../ink/ink201.xml"/><Relationship Id="rId128" Type="http://schemas.openxmlformats.org/officeDocument/2006/relationships/image" Target="../media/image202.png"/><Relationship Id="rId144" Type="http://schemas.openxmlformats.org/officeDocument/2006/relationships/image" Target="../media/image210.png"/><Relationship Id="rId5" Type="http://schemas.openxmlformats.org/officeDocument/2006/relationships/customXml" Target="../ink/ink142.xml"/><Relationship Id="rId90" Type="http://schemas.openxmlformats.org/officeDocument/2006/relationships/image" Target="../media/image183.png"/><Relationship Id="rId95" Type="http://schemas.openxmlformats.org/officeDocument/2006/relationships/customXml" Target="../ink/ink187.xml"/><Relationship Id="rId22" Type="http://schemas.openxmlformats.org/officeDocument/2006/relationships/image" Target="../media/image149.png"/><Relationship Id="rId27" Type="http://schemas.openxmlformats.org/officeDocument/2006/relationships/customXml" Target="../ink/ink153.xml"/><Relationship Id="rId43" Type="http://schemas.openxmlformats.org/officeDocument/2006/relationships/customXml" Target="../ink/ink161.xml"/><Relationship Id="rId48" Type="http://schemas.openxmlformats.org/officeDocument/2006/relationships/image" Target="../media/image162.png"/><Relationship Id="rId64" Type="http://schemas.openxmlformats.org/officeDocument/2006/relationships/image" Target="../media/image170.png"/><Relationship Id="rId69" Type="http://schemas.openxmlformats.org/officeDocument/2006/relationships/customXml" Target="../ink/ink174.xml"/><Relationship Id="rId113" Type="http://schemas.openxmlformats.org/officeDocument/2006/relationships/customXml" Target="../ink/ink196.xml"/><Relationship Id="rId118" Type="http://schemas.openxmlformats.org/officeDocument/2006/relationships/image" Target="../media/image197.png"/><Relationship Id="rId134" Type="http://schemas.openxmlformats.org/officeDocument/2006/relationships/image" Target="../media/image205.png"/><Relationship Id="rId139" Type="http://schemas.openxmlformats.org/officeDocument/2006/relationships/customXml" Target="../ink/ink209.xml"/><Relationship Id="rId80" Type="http://schemas.openxmlformats.org/officeDocument/2006/relationships/image" Target="../media/image178.png"/><Relationship Id="rId85" Type="http://schemas.openxmlformats.org/officeDocument/2006/relationships/customXml" Target="../ink/ink182.xml"/><Relationship Id="rId12" Type="http://schemas.openxmlformats.org/officeDocument/2006/relationships/image" Target="../media/image144.png"/><Relationship Id="rId17" Type="http://schemas.openxmlformats.org/officeDocument/2006/relationships/customXml" Target="../ink/ink148.xml"/><Relationship Id="rId33" Type="http://schemas.openxmlformats.org/officeDocument/2006/relationships/customXml" Target="../ink/ink156.xml"/><Relationship Id="rId38" Type="http://schemas.openxmlformats.org/officeDocument/2006/relationships/image" Target="../media/image157.png"/><Relationship Id="rId59" Type="http://schemas.openxmlformats.org/officeDocument/2006/relationships/customXml" Target="../ink/ink169.xml"/><Relationship Id="rId103" Type="http://schemas.openxmlformats.org/officeDocument/2006/relationships/customXml" Target="../ink/ink191.xml"/><Relationship Id="rId108" Type="http://schemas.openxmlformats.org/officeDocument/2006/relationships/image" Target="../media/image192.png"/><Relationship Id="rId124" Type="http://schemas.openxmlformats.org/officeDocument/2006/relationships/image" Target="../media/image200.png"/><Relationship Id="rId129" Type="http://schemas.openxmlformats.org/officeDocument/2006/relationships/customXml" Target="../ink/ink204.xml"/><Relationship Id="rId54" Type="http://schemas.openxmlformats.org/officeDocument/2006/relationships/image" Target="../media/image165.png"/><Relationship Id="rId70" Type="http://schemas.openxmlformats.org/officeDocument/2006/relationships/image" Target="../media/image173.png"/><Relationship Id="rId75" Type="http://schemas.openxmlformats.org/officeDocument/2006/relationships/customXml" Target="../ink/ink177.xml"/><Relationship Id="rId91" Type="http://schemas.openxmlformats.org/officeDocument/2006/relationships/customXml" Target="../ink/ink185.xml"/><Relationship Id="rId96" Type="http://schemas.openxmlformats.org/officeDocument/2006/relationships/image" Target="../media/image186.png"/><Relationship Id="rId140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23" Type="http://schemas.openxmlformats.org/officeDocument/2006/relationships/customXml" Target="../ink/ink151.xml"/><Relationship Id="rId28" Type="http://schemas.openxmlformats.org/officeDocument/2006/relationships/image" Target="../media/image152.png"/><Relationship Id="rId49" Type="http://schemas.openxmlformats.org/officeDocument/2006/relationships/customXml" Target="../ink/ink164.xml"/><Relationship Id="rId114" Type="http://schemas.openxmlformats.org/officeDocument/2006/relationships/image" Target="../media/image195.png"/><Relationship Id="rId119" Type="http://schemas.openxmlformats.org/officeDocument/2006/relationships/customXml" Target="../ink/ink199.xml"/><Relationship Id="rId44" Type="http://schemas.openxmlformats.org/officeDocument/2006/relationships/image" Target="../media/image160.png"/><Relationship Id="rId60" Type="http://schemas.openxmlformats.org/officeDocument/2006/relationships/image" Target="../media/image168.png"/><Relationship Id="rId65" Type="http://schemas.openxmlformats.org/officeDocument/2006/relationships/customXml" Target="../ink/ink172.xml"/><Relationship Id="rId81" Type="http://schemas.openxmlformats.org/officeDocument/2006/relationships/customXml" Target="../ink/ink180.xml"/><Relationship Id="rId86" Type="http://schemas.openxmlformats.org/officeDocument/2006/relationships/image" Target="../media/image181.png"/><Relationship Id="rId130" Type="http://schemas.openxmlformats.org/officeDocument/2006/relationships/image" Target="../media/image203.png"/><Relationship Id="rId135" Type="http://schemas.openxmlformats.org/officeDocument/2006/relationships/customXml" Target="../ink/ink207.xml"/><Relationship Id="rId13" Type="http://schemas.openxmlformats.org/officeDocument/2006/relationships/customXml" Target="../ink/ink146.xml"/><Relationship Id="rId18" Type="http://schemas.openxmlformats.org/officeDocument/2006/relationships/image" Target="../media/image147.png"/><Relationship Id="rId39" Type="http://schemas.openxmlformats.org/officeDocument/2006/relationships/customXml" Target="../ink/ink159.xml"/><Relationship Id="rId109" Type="http://schemas.openxmlformats.org/officeDocument/2006/relationships/customXml" Target="../ink/ink194.xml"/><Relationship Id="rId34" Type="http://schemas.openxmlformats.org/officeDocument/2006/relationships/image" Target="../media/image155.png"/><Relationship Id="rId50" Type="http://schemas.openxmlformats.org/officeDocument/2006/relationships/image" Target="../media/image163.png"/><Relationship Id="rId55" Type="http://schemas.openxmlformats.org/officeDocument/2006/relationships/customXml" Target="../ink/ink167.xml"/><Relationship Id="rId76" Type="http://schemas.openxmlformats.org/officeDocument/2006/relationships/image" Target="../media/image176.png"/><Relationship Id="rId97" Type="http://schemas.openxmlformats.org/officeDocument/2006/relationships/customXml" Target="../ink/ink188.xml"/><Relationship Id="rId104" Type="http://schemas.openxmlformats.org/officeDocument/2006/relationships/image" Target="../media/image190.png"/><Relationship Id="rId120" Type="http://schemas.openxmlformats.org/officeDocument/2006/relationships/image" Target="../media/image198.png"/><Relationship Id="rId125" Type="http://schemas.openxmlformats.org/officeDocument/2006/relationships/customXml" Target="../ink/ink202.xml"/><Relationship Id="rId141" Type="http://schemas.openxmlformats.org/officeDocument/2006/relationships/customXml" Target="../ink/ink210.xml"/><Relationship Id="rId7" Type="http://schemas.openxmlformats.org/officeDocument/2006/relationships/customXml" Target="../ink/ink143.xml"/><Relationship Id="rId71" Type="http://schemas.openxmlformats.org/officeDocument/2006/relationships/customXml" Target="../ink/ink175.xml"/><Relationship Id="rId92" Type="http://schemas.openxmlformats.org/officeDocument/2006/relationships/image" Target="../media/image184.png"/><Relationship Id="rId2" Type="http://schemas.openxmlformats.org/officeDocument/2006/relationships/image" Target="../media/image1.jpeg"/><Relationship Id="rId29" Type="http://schemas.openxmlformats.org/officeDocument/2006/relationships/customXml" Target="../ink/ink154.xml"/><Relationship Id="rId24" Type="http://schemas.openxmlformats.org/officeDocument/2006/relationships/image" Target="../media/image150.png"/><Relationship Id="rId40" Type="http://schemas.openxmlformats.org/officeDocument/2006/relationships/image" Target="../media/image158.png"/><Relationship Id="rId45" Type="http://schemas.openxmlformats.org/officeDocument/2006/relationships/customXml" Target="../ink/ink162.xml"/><Relationship Id="rId66" Type="http://schemas.openxmlformats.org/officeDocument/2006/relationships/image" Target="../media/image171.png"/><Relationship Id="rId87" Type="http://schemas.openxmlformats.org/officeDocument/2006/relationships/customXml" Target="../ink/ink183.xml"/><Relationship Id="rId110" Type="http://schemas.openxmlformats.org/officeDocument/2006/relationships/image" Target="../media/image193.png"/><Relationship Id="rId115" Type="http://schemas.openxmlformats.org/officeDocument/2006/relationships/customXml" Target="../ink/ink197.xml"/><Relationship Id="rId131" Type="http://schemas.openxmlformats.org/officeDocument/2006/relationships/customXml" Target="../ink/ink205.xml"/><Relationship Id="rId136" Type="http://schemas.openxmlformats.org/officeDocument/2006/relationships/image" Target="../media/image206.png"/><Relationship Id="rId61" Type="http://schemas.openxmlformats.org/officeDocument/2006/relationships/customXml" Target="../ink/ink170.xml"/><Relationship Id="rId82" Type="http://schemas.openxmlformats.org/officeDocument/2006/relationships/image" Target="../media/image179.png"/><Relationship Id="rId19" Type="http://schemas.openxmlformats.org/officeDocument/2006/relationships/customXml" Target="../ink/ink149.xml"/><Relationship Id="rId14" Type="http://schemas.openxmlformats.org/officeDocument/2006/relationships/image" Target="../media/image145.png"/><Relationship Id="rId30" Type="http://schemas.openxmlformats.org/officeDocument/2006/relationships/image" Target="../media/image153.png"/><Relationship Id="rId35" Type="http://schemas.openxmlformats.org/officeDocument/2006/relationships/customXml" Target="../ink/ink157.xml"/><Relationship Id="rId56" Type="http://schemas.openxmlformats.org/officeDocument/2006/relationships/image" Target="../media/image166.png"/><Relationship Id="rId77" Type="http://schemas.openxmlformats.org/officeDocument/2006/relationships/customXml" Target="../ink/ink178.xml"/><Relationship Id="rId100" Type="http://schemas.openxmlformats.org/officeDocument/2006/relationships/image" Target="../media/image188.png"/><Relationship Id="rId105" Type="http://schemas.openxmlformats.org/officeDocument/2006/relationships/customXml" Target="../ink/ink192.xml"/><Relationship Id="rId126" Type="http://schemas.openxmlformats.org/officeDocument/2006/relationships/image" Target="../media/image201.png"/><Relationship Id="rId8" Type="http://schemas.openxmlformats.org/officeDocument/2006/relationships/image" Target="../media/image142.png"/><Relationship Id="rId51" Type="http://schemas.openxmlformats.org/officeDocument/2006/relationships/customXml" Target="../ink/ink165.xml"/><Relationship Id="rId72" Type="http://schemas.openxmlformats.org/officeDocument/2006/relationships/image" Target="../media/image174.png"/><Relationship Id="rId93" Type="http://schemas.openxmlformats.org/officeDocument/2006/relationships/customXml" Target="../ink/ink186.xml"/><Relationship Id="rId98" Type="http://schemas.openxmlformats.org/officeDocument/2006/relationships/image" Target="../media/image187.png"/><Relationship Id="rId121" Type="http://schemas.openxmlformats.org/officeDocument/2006/relationships/customXml" Target="../ink/ink200.xml"/><Relationship Id="rId142" Type="http://schemas.openxmlformats.org/officeDocument/2006/relationships/image" Target="../media/image209.png"/><Relationship Id="rId3" Type="http://schemas.openxmlformats.org/officeDocument/2006/relationships/customXml" Target="../ink/ink141.xml"/><Relationship Id="rId25" Type="http://schemas.openxmlformats.org/officeDocument/2006/relationships/customXml" Target="../ink/ink152.xml"/><Relationship Id="rId46" Type="http://schemas.openxmlformats.org/officeDocument/2006/relationships/image" Target="../media/image161.png"/><Relationship Id="rId67" Type="http://schemas.openxmlformats.org/officeDocument/2006/relationships/customXml" Target="../ink/ink173.xml"/><Relationship Id="rId116" Type="http://schemas.openxmlformats.org/officeDocument/2006/relationships/image" Target="../media/image196.png"/><Relationship Id="rId137" Type="http://schemas.openxmlformats.org/officeDocument/2006/relationships/customXml" Target="../ink/ink208.xml"/><Relationship Id="rId20" Type="http://schemas.openxmlformats.org/officeDocument/2006/relationships/image" Target="../media/image148.png"/><Relationship Id="rId41" Type="http://schemas.openxmlformats.org/officeDocument/2006/relationships/customXml" Target="../ink/ink160.xml"/><Relationship Id="rId62" Type="http://schemas.openxmlformats.org/officeDocument/2006/relationships/image" Target="../media/image169.png"/><Relationship Id="rId83" Type="http://schemas.openxmlformats.org/officeDocument/2006/relationships/customXml" Target="../ink/ink181.xml"/><Relationship Id="rId88" Type="http://schemas.openxmlformats.org/officeDocument/2006/relationships/image" Target="../media/image182.png"/><Relationship Id="rId111" Type="http://schemas.openxmlformats.org/officeDocument/2006/relationships/customXml" Target="../ink/ink195.xml"/><Relationship Id="rId132" Type="http://schemas.openxmlformats.org/officeDocument/2006/relationships/image" Target="../media/image204.png"/><Relationship Id="rId15" Type="http://schemas.openxmlformats.org/officeDocument/2006/relationships/customXml" Target="../ink/ink147.xml"/><Relationship Id="rId36" Type="http://schemas.openxmlformats.org/officeDocument/2006/relationships/image" Target="../media/image156.png"/><Relationship Id="rId57" Type="http://schemas.openxmlformats.org/officeDocument/2006/relationships/customXml" Target="../ink/ink168.xml"/><Relationship Id="rId106" Type="http://schemas.openxmlformats.org/officeDocument/2006/relationships/image" Target="../media/image191.png"/><Relationship Id="rId127" Type="http://schemas.openxmlformats.org/officeDocument/2006/relationships/customXml" Target="../ink/ink203.xml"/><Relationship Id="rId10" Type="http://schemas.openxmlformats.org/officeDocument/2006/relationships/image" Target="../media/image143.png"/><Relationship Id="rId31" Type="http://schemas.openxmlformats.org/officeDocument/2006/relationships/customXml" Target="../ink/ink155.xml"/><Relationship Id="rId52" Type="http://schemas.openxmlformats.org/officeDocument/2006/relationships/image" Target="../media/image164.png"/><Relationship Id="rId73" Type="http://schemas.openxmlformats.org/officeDocument/2006/relationships/customXml" Target="../ink/ink176.xml"/><Relationship Id="rId78" Type="http://schemas.openxmlformats.org/officeDocument/2006/relationships/image" Target="../media/image177.png"/><Relationship Id="rId94" Type="http://schemas.openxmlformats.org/officeDocument/2006/relationships/image" Target="../media/image185.png"/><Relationship Id="rId99" Type="http://schemas.openxmlformats.org/officeDocument/2006/relationships/customXml" Target="../ink/ink189.xml"/><Relationship Id="rId101" Type="http://schemas.openxmlformats.org/officeDocument/2006/relationships/customXml" Target="../ink/ink190.xml"/><Relationship Id="rId122" Type="http://schemas.openxmlformats.org/officeDocument/2006/relationships/image" Target="../media/image199.png"/><Relationship Id="rId143" Type="http://schemas.openxmlformats.org/officeDocument/2006/relationships/customXml" Target="../ink/ink211.xml"/><Relationship Id="rId4" Type="http://schemas.openxmlformats.org/officeDocument/2006/relationships/image" Target="../media/image140.png"/><Relationship Id="rId9" Type="http://schemas.openxmlformats.org/officeDocument/2006/relationships/customXml" Target="../ink/ink144.xml"/><Relationship Id="rId26" Type="http://schemas.openxmlformats.org/officeDocument/2006/relationships/image" Target="../media/image151.png"/><Relationship Id="rId47" Type="http://schemas.openxmlformats.org/officeDocument/2006/relationships/customXml" Target="../ink/ink163.xml"/><Relationship Id="rId68" Type="http://schemas.openxmlformats.org/officeDocument/2006/relationships/image" Target="../media/image172.png"/><Relationship Id="rId89" Type="http://schemas.openxmlformats.org/officeDocument/2006/relationships/customXml" Target="../ink/ink184.xml"/><Relationship Id="rId112" Type="http://schemas.openxmlformats.org/officeDocument/2006/relationships/image" Target="../media/image194.png"/><Relationship Id="rId133" Type="http://schemas.openxmlformats.org/officeDocument/2006/relationships/customXml" Target="../ink/ink206.xml"/><Relationship Id="rId16" Type="http://schemas.openxmlformats.org/officeDocument/2006/relationships/image" Target="../media/image14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2A6268-385E-222A-1DDF-FA12409B5C94}"/>
              </a:ext>
            </a:extLst>
          </p:cNvPr>
          <p:cNvSpPr/>
          <p:nvPr/>
        </p:nvSpPr>
        <p:spPr>
          <a:xfrm>
            <a:off x="930442" y="1155032"/>
            <a:ext cx="2197769" cy="9785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771357-3870-8BD1-FE08-A1130E3A807F}"/>
              </a:ext>
            </a:extLst>
          </p:cNvPr>
          <p:cNvSpPr/>
          <p:nvPr/>
        </p:nvSpPr>
        <p:spPr>
          <a:xfrm>
            <a:off x="3280611" y="1155032"/>
            <a:ext cx="2197769" cy="9785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17E4DF-7655-67AE-696B-786EE1921BF6}"/>
              </a:ext>
            </a:extLst>
          </p:cNvPr>
          <p:cNvSpPr/>
          <p:nvPr/>
        </p:nvSpPr>
        <p:spPr>
          <a:xfrm>
            <a:off x="5630780" y="1155032"/>
            <a:ext cx="2197769" cy="9785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0A1ADE-9BD7-91E2-6336-E69FD2C35B2B}"/>
              </a:ext>
            </a:extLst>
          </p:cNvPr>
          <p:cNvSpPr/>
          <p:nvPr/>
        </p:nvSpPr>
        <p:spPr>
          <a:xfrm>
            <a:off x="930443" y="2450432"/>
            <a:ext cx="3336758" cy="9785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DF0696-2112-31CF-5CAC-AF46477E3817}"/>
              </a:ext>
            </a:extLst>
          </p:cNvPr>
          <p:cNvSpPr/>
          <p:nvPr/>
        </p:nvSpPr>
        <p:spPr>
          <a:xfrm>
            <a:off x="4491791" y="2450432"/>
            <a:ext cx="3336758" cy="9785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AAC857-F201-E807-773C-10662B6E2CBD}"/>
              </a:ext>
            </a:extLst>
          </p:cNvPr>
          <p:cNvSpPr/>
          <p:nvPr/>
        </p:nvSpPr>
        <p:spPr>
          <a:xfrm>
            <a:off x="967368" y="3759748"/>
            <a:ext cx="3336758" cy="21576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569B3F-A6E2-DA71-A97A-47CE6F3D8058}"/>
              </a:ext>
            </a:extLst>
          </p:cNvPr>
          <p:cNvSpPr/>
          <p:nvPr/>
        </p:nvSpPr>
        <p:spPr>
          <a:xfrm>
            <a:off x="4496632" y="3759748"/>
            <a:ext cx="3336758" cy="21576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AF7F683-BABD-B7ED-19F2-C5E5AE5491D9}"/>
                  </a:ext>
                </a:extLst>
              </p14:cNvPr>
              <p14:cNvContentPartPr/>
              <p14:nvPr/>
            </p14:nvContentPartPr>
            <p14:xfrm>
              <a:off x="1182384" y="1496376"/>
              <a:ext cx="417600" cy="396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AF7F683-BABD-B7ED-19F2-C5E5AE5491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4384" y="1478376"/>
                <a:ext cx="453240" cy="43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EE02693-CFBE-F171-64D1-C24E74BB5D3F}"/>
              </a:ext>
            </a:extLst>
          </p:cNvPr>
          <p:cNvGrpSpPr/>
          <p:nvPr/>
        </p:nvGrpSpPr>
        <p:grpSpPr>
          <a:xfrm>
            <a:off x="1850184" y="1535976"/>
            <a:ext cx="831600" cy="367920"/>
            <a:chOff x="1850184" y="1535976"/>
            <a:chExt cx="83160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9674484-E334-98C7-1DCB-9CD79547FB8B}"/>
                    </a:ext>
                  </a:extLst>
                </p14:cNvPr>
                <p14:cNvContentPartPr/>
                <p14:nvPr/>
              </p14:nvContentPartPr>
              <p14:xfrm>
                <a:off x="1850184" y="1535976"/>
                <a:ext cx="208440" cy="321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9674484-E334-98C7-1DCB-9CD79547FB8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2544" y="1518336"/>
                  <a:ext cx="2440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CDE7A63-D6CB-7A8E-BC53-EFD7DACE28D6}"/>
                    </a:ext>
                  </a:extLst>
                </p14:cNvPr>
                <p14:cNvContentPartPr/>
                <p14:nvPr/>
              </p14:nvContentPartPr>
              <p14:xfrm>
                <a:off x="1938384" y="1562976"/>
                <a:ext cx="201240" cy="10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CDE7A63-D6CB-7A8E-BC53-EFD7DACE28D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20384" y="1544976"/>
                  <a:ext cx="236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490520-6B36-6CE5-E6BF-0323B2D50D30}"/>
                    </a:ext>
                  </a:extLst>
                </p14:cNvPr>
                <p14:cNvContentPartPr/>
                <p14:nvPr/>
              </p14:nvContentPartPr>
              <p14:xfrm>
                <a:off x="2203344" y="1800936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490520-6B36-6CE5-E6BF-0323B2D50D3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85704" y="178329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5BD5D7-3FC8-5B83-D5DC-78A810747E8B}"/>
                    </a:ext>
                  </a:extLst>
                </p14:cNvPr>
                <p14:cNvContentPartPr/>
                <p14:nvPr/>
              </p14:nvContentPartPr>
              <p14:xfrm>
                <a:off x="2393424" y="1543176"/>
                <a:ext cx="288360" cy="360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5BD5D7-3FC8-5B83-D5DC-78A810747E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75424" y="1525176"/>
                  <a:ext cx="324000" cy="39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5DA0312-C9C5-EA0C-1143-53442E42052D}"/>
                  </a:ext>
                </a:extLst>
              </p14:cNvPr>
              <p14:cNvContentPartPr/>
              <p14:nvPr/>
            </p14:nvContentPartPr>
            <p14:xfrm>
              <a:off x="4228926" y="1428549"/>
              <a:ext cx="459000" cy="516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5DA0312-C9C5-EA0C-1143-53442E42052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10926" y="1410909"/>
                <a:ext cx="494640" cy="55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01B2C7DF-ADBA-35AE-6C3C-33BF2C776F28}"/>
              </a:ext>
            </a:extLst>
          </p:cNvPr>
          <p:cNvGrpSpPr/>
          <p:nvPr/>
        </p:nvGrpSpPr>
        <p:grpSpPr>
          <a:xfrm>
            <a:off x="5742006" y="1443669"/>
            <a:ext cx="738360" cy="479160"/>
            <a:chOff x="5742006" y="1443669"/>
            <a:chExt cx="738360" cy="47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5BD2D1A-97BC-90A0-BB3F-93F46B546BA5}"/>
                    </a:ext>
                  </a:extLst>
                </p14:cNvPr>
                <p14:cNvContentPartPr/>
                <p14:nvPr/>
              </p14:nvContentPartPr>
              <p14:xfrm>
                <a:off x="5842086" y="1523229"/>
                <a:ext cx="140040" cy="308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5BD2D1A-97BC-90A0-BB3F-93F46B546BA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24446" y="1505589"/>
                  <a:ext cx="1756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70ABCC5-D5D5-105C-A97B-DD9C127D043B}"/>
                    </a:ext>
                  </a:extLst>
                </p14:cNvPr>
                <p14:cNvContentPartPr/>
                <p14:nvPr/>
              </p14:nvContentPartPr>
              <p14:xfrm>
                <a:off x="6031446" y="1587669"/>
                <a:ext cx="195120" cy="302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70ABCC5-D5D5-105C-A97B-DD9C127D043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13446" y="1570029"/>
                  <a:ext cx="2307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57AB85A-C725-3F62-C1C0-9452B1C36A46}"/>
                    </a:ext>
                  </a:extLst>
                </p14:cNvPr>
                <p14:cNvContentPartPr/>
                <p14:nvPr/>
              </p14:nvContentPartPr>
              <p14:xfrm>
                <a:off x="6367326" y="1590189"/>
                <a:ext cx="113040" cy="332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57AB85A-C725-3F62-C1C0-9452B1C36A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49686" y="1572189"/>
                  <a:ext cx="1486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232113-70E5-38D5-4744-2F089B3D7AB1}"/>
                    </a:ext>
                  </a:extLst>
                </p14:cNvPr>
                <p14:cNvContentPartPr/>
                <p14:nvPr/>
              </p14:nvContentPartPr>
              <p14:xfrm>
                <a:off x="5742006" y="1541949"/>
                <a:ext cx="81000" cy="241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C232113-70E5-38D5-4744-2F089B3D7A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24366" y="1523949"/>
                  <a:ext cx="116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F31050-61B3-9EF3-B07A-DB561CA59483}"/>
                    </a:ext>
                  </a:extLst>
                </p14:cNvPr>
                <p14:cNvContentPartPr/>
                <p14:nvPr/>
              </p14:nvContentPartPr>
              <p14:xfrm>
                <a:off x="5774766" y="1443669"/>
                <a:ext cx="360" cy="334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F31050-61B3-9EF3-B07A-DB561CA594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57126" y="1425669"/>
                  <a:ext cx="360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277D817-6645-C9B0-64BF-57F34B507640}"/>
                    </a:ext>
                  </a:extLst>
                </p14:cNvPr>
                <p14:cNvContentPartPr/>
                <p14:nvPr/>
              </p14:nvContentPartPr>
              <p14:xfrm>
                <a:off x="5791326" y="1459509"/>
                <a:ext cx="15840" cy="331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277D817-6645-C9B0-64BF-57F34B5076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73326" y="1441509"/>
                  <a:ext cx="5148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0A724D5-ACC4-2B5F-EEB1-D11F6A7C4C29}"/>
              </a:ext>
            </a:extLst>
          </p:cNvPr>
          <p:cNvGrpSpPr/>
          <p:nvPr/>
        </p:nvGrpSpPr>
        <p:grpSpPr>
          <a:xfrm>
            <a:off x="6722646" y="1555629"/>
            <a:ext cx="1045800" cy="460440"/>
            <a:chOff x="6722646" y="1555629"/>
            <a:chExt cx="104580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80212CB-1862-08FF-69B4-4ACC104FF0D1}"/>
                    </a:ext>
                  </a:extLst>
                </p14:cNvPr>
                <p14:cNvContentPartPr/>
                <p14:nvPr/>
              </p14:nvContentPartPr>
              <p14:xfrm>
                <a:off x="6722646" y="1555629"/>
                <a:ext cx="239760" cy="416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80212CB-1862-08FF-69B4-4ACC104FF0D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05006" y="1537989"/>
                  <a:ext cx="2754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2AC5DD-0AE1-E8BA-26CD-A98A519DA159}"/>
                    </a:ext>
                  </a:extLst>
                </p14:cNvPr>
                <p14:cNvContentPartPr/>
                <p14:nvPr/>
              </p14:nvContentPartPr>
              <p14:xfrm>
                <a:off x="7061406" y="1667949"/>
                <a:ext cx="119520" cy="244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42AC5DD-0AE1-E8BA-26CD-A98A519DA15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43766" y="1650309"/>
                  <a:ext cx="1551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620BCE7-2285-EC20-42D9-C5A38D737196}"/>
                    </a:ext>
                  </a:extLst>
                </p14:cNvPr>
                <p14:cNvContentPartPr/>
                <p14:nvPr/>
              </p14:nvContentPartPr>
              <p14:xfrm>
                <a:off x="7090566" y="1604229"/>
                <a:ext cx="360" cy="354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620BCE7-2285-EC20-42D9-C5A38D7371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72926" y="1586589"/>
                  <a:ext cx="360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3D57AAB-EEA2-80B2-9C2E-46386ED4FC53}"/>
                    </a:ext>
                  </a:extLst>
                </p14:cNvPr>
                <p14:cNvContentPartPr/>
                <p14:nvPr/>
              </p14:nvContentPartPr>
              <p14:xfrm>
                <a:off x="7155726" y="1572189"/>
                <a:ext cx="31320" cy="443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3D57AAB-EEA2-80B2-9C2E-46386ED4FC5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38086" y="1554189"/>
                  <a:ext cx="6696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F4CC0D4-1B09-2298-58C8-968A8E6C5123}"/>
                    </a:ext>
                  </a:extLst>
                </p14:cNvPr>
                <p14:cNvContentPartPr/>
                <p14:nvPr/>
              </p14:nvContentPartPr>
              <p14:xfrm>
                <a:off x="7325286" y="1667949"/>
                <a:ext cx="181080" cy="283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F4CC0D4-1B09-2298-58C8-968A8E6C51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07646" y="1650309"/>
                  <a:ext cx="2167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5F53EE-1817-0B57-1027-8DD2C4C32D57}"/>
                    </a:ext>
                  </a:extLst>
                </p14:cNvPr>
                <p14:cNvContentPartPr/>
                <p14:nvPr/>
              </p14:nvContentPartPr>
              <p14:xfrm>
                <a:off x="7517166" y="1732389"/>
                <a:ext cx="74880" cy="204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5F53EE-1817-0B57-1027-8DD2C4C32D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99166" y="1714389"/>
                  <a:ext cx="110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D963021-A377-1C00-D07A-E511B7704C22}"/>
                    </a:ext>
                  </a:extLst>
                </p14:cNvPr>
                <p14:cNvContentPartPr/>
                <p14:nvPr/>
              </p14:nvContentPartPr>
              <p14:xfrm>
                <a:off x="7571526" y="1684509"/>
                <a:ext cx="7632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D963021-A377-1C00-D07A-E511B7704C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53526" y="1666509"/>
                  <a:ext cx="111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75C861A-86E7-B578-6BB8-97098CAC04A6}"/>
                    </a:ext>
                  </a:extLst>
                </p14:cNvPr>
                <p14:cNvContentPartPr/>
                <p14:nvPr/>
              </p14:nvContentPartPr>
              <p14:xfrm>
                <a:off x="7619046" y="1684509"/>
                <a:ext cx="149400" cy="307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75C861A-86E7-B578-6BB8-97098CAC04A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01046" y="1666509"/>
                  <a:ext cx="185040" cy="34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488C29D-A1D2-AEFE-2D17-1263DBCA0AAD}"/>
                  </a:ext>
                </a:extLst>
              </p14:cNvPr>
              <p14:cNvContentPartPr/>
              <p14:nvPr/>
            </p14:nvContentPartPr>
            <p14:xfrm>
              <a:off x="1139046" y="2662269"/>
              <a:ext cx="834120" cy="580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488C29D-A1D2-AEFE-2D17-1263DBCA0AA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21046" y="2644629"/>
                <a:ext cx="869760" cy="6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4191C3D-B50B-F9C5-4A7B-08A674E4CBB0}"/>
                  </a:ext>
                </a:extLst>
              </p14:cNvPr>
              <p14:cNvContentPartPr/>
              <p14:nvPr/>
            </p14:nvContentPartPr>
            <p14:xfrm>
              <a:off x="4823646" y="2757669"/>
              <a:ext cx="663120" cy="501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4191C3D-B50B-F9C5-4A7B-08A674E4CBB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06006" y="2740029"/>
                <a:ext cx="698760" cy="53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9CDEF8F6-9EB2-B38A-AD49-D7B7DB6D009C}"/>
              </a:ext>
            </a:extLst>
          </p:cNvPr>
          <p:cNvGrpSpPr/>
          <p:nvPr/>
        </p:nvGrpSpPr>
        <p:grpSpPr>
          <a:xfrm>
            <a:off x="2227326" y="2595669"/>
            <a:ext cx="1992240" cy="436320"/>
            <a:chOff x="2227326" y="2595669"/>
            <a:chExt cx="199224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3289CDD-263B-8B6E-2A55-57D53D96034A}"/>
                    </a:ext>
                  </a:extLst>
                </p14:cNvPr>
                <p14:cNvContentPartPr/>
                <p14:nvPr/>
              </p14:nvContentPartPr>
              <p14:xfrm>
                <a:off x="2227326" y="2595669"/>
                <a:ext cx="310320" cy="244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3289CDD-263B-8B6E-2A55-57D53D96034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09686" y="2578029"/>
                  <a:ext cx="3459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BAC6EC1-7558-43AD-5B0E-6586BE344399}"/>
                    </a:ext>
                  </a:extLst>
                </p14:cNvPr>
                <p14:cNvContentPartPr/>
                <p14:nvPr/>
              </p14:nvContentPartPr>
              <p14:xfrm>
                <a:off x="2709006" y="2630589"/>
                <a:ext cx="261360" cy="219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BAC6EC1-7558-43AD-5B0E-6586BE3443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91366" y="2612949"/>
                  <a:ext cx="2970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C3D0C8E-9050-A8D3-33A2-98AADFBD58CD}"/>
                    </a:ext>
                  </a:extLst>
                </p14:cNvPr>
                <p14:cNvContentPartPr/>
                <p14:nvPr/>
              </p14:nvContentPartPr>
              <p14:xfrm>
                <a:off x="3142446" y="2629869"/>
                <a:ext cx="273960" cy="179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C3D0C8E-9050-A8D3-33A2-98AADFBD58C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24446" y="2612229"/>
                  <a:ext cx="309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D078458-E29D-9F23-1398-F05DA977EA28}"/>
                    </a:ext>
                  </a:extLst>
                </p14:cNvPr>
                <p14:cNvContentPartPr/>
                <p14:nvPr/>
              </p14:nvContentPartPr>
              <p14:xfrm>
                <a:off x="3606846" y="2669109"/>
                <a:ext cx="230040" cy="170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D078458-E29D-9F23-1398-F05DA977EA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89206" y="2651469"/>
                  <a:ext cx="265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026887A-F6FB-6804-7870-0CE0BD6FCAF9}"/>
                    </a:ext>
                  </a:extLst>
                </p14:cNvPr>
                <p14:cNvContentPartPr/>
                <p14:nvPr/>
              </p14:nvContentPartPr>
              <p14:xfrm>
                <a:off x="4010046" y="2632029"/>
                <a:ext cx="209520" cy="208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026887A-F6FB-6804-7870-0CE0BD6FCAF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92406" y="2614389"/>
                  <a:ext cx="245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51DF6BF-CD57-EB94-6EF8-3EA108121D88}"/>
                    </a:ext>
                  </a:extLst>
                </p14:cNvPr>
                <p14:cNvContentPartPr/>
                <p14:nvPr/>
              </p14:nvContentPartPr>
              <p14:xfrm>
                <a:off x="2245686" y="2919669"/>
                <a:ext cx="92880" cy="64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51DF6BF-CD57-EB94-6EF8-3EA108121D8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27686" y="2902029"/>
                  <a:ext cx="128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619A246-8D71-C202-52EF-9C73B46427E4}"/>
                    </a:ext>
                  </a:extLst>
                </p14:cNvPr>
                <p14:cNvContentPartPr/>
                <p14:nvPr/>
              </p14:nvContentPartPr>
              <p14:xfrm>
                <a:off x="2406246" y="2981589"/>
                <a:ext cx="109440" cy="50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619A246-8D71-C202-52EF-9C73B46427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88246" y="2963949"/>
                  <a:ext cx="14508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C61094C-6F0B-6398-A966-13AFDA501659}"/>
              </a:ext>
            </a:extLst>
          </p:cNvPr>
          <p:cNvGrpSpPr/>
          <p:nvPr/>
        </p:nvGrpSpPr>
        <p:grpSpPr>
          <a:xfrm>
            <a:off x="3943086" y="3224229"/>
            <a:ext cx="148320" cy="113760"/>
            <a:chOff x="3943086" y="3224229"/>
            <a:chExt cx="148320" cy="11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32E98F8-2F01-EB01-F419-DE7641339830}"/>
                    </a:ext>
                  </a:extLst>
                </p14:cNvPr>
                <p14:cNvContentPartPr/>
                <p14:nvPr/>
              </p14:nvContentPartPr>
              <p14:xfrm>
                <a:off x="3943086" y="3224229"/>
                <a:ext cx="19080" cy="80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32E98F8-2F01-EB01-F419-DE764133983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25446" y="3206589"/>
                  <a:ext cx="54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53CA2A-88B1-E779-5EB9-057398E90B7B}"/>
                    </a:ext>
                  </a:extLst>
                </p14:cNvPr>
                <p14:cNvContentPartPr/>
                <p14:nvPr/>
              </p14:nvContentPartPr>
              <p14:xfrm>
                <a:off x="4074846" y="3224229"/>
                <a:ext cx="16560" cy="113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53CA2A-88B1-E779-5EB9-057398E90B7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56846" y="3206589"/>
                  <a:ext cx="5220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A9C3420-46B0-C584-0D53-D15A53B7E473}"/>
                  </a:ext>
                </a:extLst>
              </p14:cNvPr>
              <p14:cNvContentPartPr/>
              <p14:nvPr/>
            </p14:nvContentPartPr>
            <p14:xfrm>
              <a:off x="6542646" y="2585589"/>
              <a:ext cx="198720" cy="1749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A9C3420-46B0-C584-0D53-D15A53B7E47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525006" y="2567949"/>
                <a:ext cx="234360" cy="21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3D9DB4E-FB74-102A-82BF-AA045CC6FE2B}"/>
              </a:ext>
            </a:extLst>
          </p:cNvPr>
          <p:cNvGrpSpPr/>
          <p:nvPr/>
        </p:nvGrpSpPr>
        <p:grpSpPr>
          <a:xfrm>
            <a:off x="5791686" y="2589909"/>
            <a:ext cx="527040" cy="393840"/>
            <a:chOff x="5791686" y="2589909"/>
            <a:chExt cx="52704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E661DF1-51DC-06DA-9E84-DB1606DE7E57}"/>
                    </a:ext>
                  </a:extLst>
                </p14:cNvPr>
                <p14:cNvContentPartPr/>
                <p14:nvPr/>
              </p14:nvContentPartPr>
              <p14:xfrm>
                <a:off x="5836686" y="2589909"/>
                <a:ext cx="213840" cy="162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E661DF1-51DC-06DA-9E84-DB1606DE7E5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19046" y="2571909"/>
                  <a:ext cx="2494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039254-7B70-2DF7-ADDE-9016583209BD}"/>
                    </a:ext>
                  </a:extLst>
                </p14:cNvPr>
                <p14:cNvContentPartPr/>
                <p14:nvPr/>
              </p14:nvContentPartPr>
              <p14:xfrm>
                <a:off x="6191646" y="2636709"/>
                <a:ext cx="127080" cy="138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039254-7B70-2DF7-ADDE-9016583209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73646" y="2619069"/>
                  <a:ext cx="162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F9EC972-6ABA-CF1A-FA49-541EC1A6A687}"/>
                    </a:ext>
                  </a:extLst>
                </p14:cNvPr>
                <p14:cNvContentPartPr/>
                <p14:nvPr/>
              </p14:nvContentPartPr>
              <p14:xfrm>
                <a:off x="5791686" y="2837589"/>
                <a:ext cx="47880" cy="146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F9EC972-6ABA-CF1A-FA49-541EC1A6A68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73686" y="2819949"/>
                  <a:ext cx="83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A298C06-C2F1-23E7-124C-DC2721CF6B65}"/>
                    </a:ext>
                  </a:extLst>
                </p14:cNvPr>
                <p14:cNvContentPartPr/>
                <p14:nvPr/>
              </p14:nvContentPartPr>
              <p14:xfrm>
                <a:off x="5919126" y="2901669"/>
                <a:ext cx="142200" cy="66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A298C06-C2F1-23E7-124C-DC2721CF6B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01486" y="2883669"/>
                  <a:ext cx="17784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A4D4A0F-713E-262F-D94E-56823AA90D74}"/>
              </a:ext>
            </a:extLst>
          </p:cNvPr>
          <p:cNvGrpSpPr/>
          <p:nvPr/>
        </p:nvGrpSpPr>
        <p:grpSpPr>
          <a:xfrm>
            <a:off x="7558566" y="3256629"/>
            <a:ext cx="158040" cy="111600"/>
            <a:chOff x="7558566" y="3256629"/>
            <a:chExt cx="158040" cy="1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C727939-3E04-7074-97B1-2F12F009D270}"/>
                    </a:ext>
                  </a:extLst>
                </p14:cNvPr>
                <p14:cNvContentPartPr/>
                <p14:nvPr/>
              </p14:nvContentPartPr>
              <p14:xfrm>
                <a:off x="7558566" y="3256629"/>
                <a:ext cx="45360" cy="80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C727939-3E04-7074-97B1-2F12F009D27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40926" y="3238629"/>
                  <a:ext cx="81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E734B01-3998-37AD-8534-06F37745E6C7}"/>
                    </a:ext>
                  </a:extLst>
                </p14:cNvPr>
                <p14:cNvContentPartPr/>
                <p14:nvPr/>
              </p14:nvContentPartPr>
              <p14:xfrm>
                <a:off x="7659006" y="3288669"/>
                <a:ext cx="57600" cy="79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E734B01-3998-37AD-8534-06F37745E6C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41366" y="3270669"/>
                  <a:ext cx="9324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769F50F-B63E-4D9F-200D-63D72175E59B}"/>
                  </a:ext>
                </a:extLst>
              </p14:cNvPr>
              <p14:cNvContentPartPr/>
              <p14:nvPr/>
            </p14:nvContentPartPr>
            <p14:xfrm>
              <a:off x="8517966" y="1089789"/>
              <a:ext cx="358920" cy="10774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769F50F-B63E-4D9F-200D-63D72175E59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499966" y="1071789"/>
                <a:ext cx="394560" cy="11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305ED5E-54C5-2258-B1FA-1B166C896DB6}"/>
              </a:ext>
            </a:extLst>
          </p:cNvPr>
          <p:cNvGrpSpPr/>
          <p:nvPr/>
        </p:nvGrpSpPr>
        <p:grpSpPr>
          <a:xfrm>
            <a:off x="9309606" y="1522509"/>
            <a:ext cx="2497320" cy="751320"/>
            <a:chOff x="9309606" y="1522509"/>
            <a:chExt cx="2497320" cy="75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94C6615-480C-682D-C442-977BD2CDFD3F}"/>
                    </a:ext>
                  </a:extLst>
                </p14:cNvPr>
                <p14:cNvContentPartPr/>
                <p14:nvPr/>
              </p14:nvContentPartPr>
              <p14:xfrm>
                <a:off x="9309606" y="1522509"/>
                <a:ext cx="137520" cy="225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94C6615-480C-682D-C442-977BD2CDFD3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91606" y="1504869"/>
                  <a:ext cx="173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378B2AD-BFBC-BE8C-83F5-6F9E1E2ACE53}"/>
                    </a:ext>
                  </a:extLst>
                </p14:cNvPr>
                <p14:cNvContentPartPr/>
                <p14:nvPr/>
              </p14:nvContentPartPr>
              <p14:xfrm>
                <a:off x="9590406" y="1540149"/>
                <a:ext cx="179280" cy="177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378B2AD-BFBC-BE8C-83F5-6F9E1E2ACE5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72406" y="1522149"/>
                  <a:ext cx="2149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822A541-50EF-EF5E-B4B1-7CADE8123114}"/>
                    </a:ext>
                  </a:extLst>
                </p14:cNvPr>
                <p14:cNvContentPartPr/>
                <p14:nvPr/>
              </p14:nvContentPartPr>
              <p14:xfrm>
                <a:off x="9833766" y="1575069"/>
                <a:ext cx="475200" cy="236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822A541-50EF-EF5E-B4B1-7CADE81231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15766" y="1557429"/>
                  <a:ext cx="5108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10F8BB9-9CE8-CE3A-B40E-DA15AB66AD44}"/>
                    </a:ext>
                  </a:extLst>
                </p14:cNvPr>
                <p14:cNvContentPartPr/>
                <p14:nvPr/>
              </p14:nvContentPartPr>
              <p14:xfrm>
                <a:off x="9558366" y="1908429"/>
                <a:ext cx="237240" cy="246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10F8BB9-9CE8-CE3A-B40E-DA15AB66AD4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540726" y="1890789"/>
                  <a:ext cx="2728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DC0CBBE-68E4-DA5B-F1F6-590E737C6328}"/>
                    </a:ext>
                  </a:extLst>
                </p14:cNvPr>
                <p14:cNvContentPartPr/>
                <p14:nvPr/>
              </p14:nvContentPartPr>
              <p14:xfrm>
                <a:off x="9804606" y="1972869"/>
                <a:ext cx="155160" cy="114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DC0CBBE-68E4-DA5B-F1F6-590E737C63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86606" y="1955229"/>
                  <a:ext cx="190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3014FA4-09B6-3444-6236-17080360F54E}"/>
                    </a:ext>
                  </a:extLst>
                </p14:cNvPr>
                <p14:cNvContentPartPr/>
                <p14:nvPr/>
              </p14:nvContentPartPr>
              <p14:xfrm>
                <a:off x="10058046" y="1961709"/>
                <a:ext cx="1330200" cy="312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3014FA4-09B6-3444-6236-17080360F54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40046" y="1944069"/>
                  <a:ext cx="13658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AE0CD74-1914-64A2-C6DB-5A46F20E287D}"/>
                    </a:ext>
                  </a:extLst>
                </p14:cNvPr>
                <p14:cNvContentPartPr/>
                <p14:nvPr/>
              </p14:nvContentPartPr>
              <p14:xfrm>
                <a:off x="11404806" y="1876389"/>
                <a:ext cx="93960" cy="238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AE0CD74-1914-64A2-C6DB-5A46F20E287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87166" y="1858749"/>
                  <a:ext cx="129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6836863-FBA8-A961-F27E-80B93EA14D6D}"/>
                    </a:ext>
                  </a:extLst>
                </p14:cNvPr>
                <p14:cNvContentPartPr/>
                <p14:nvPr/>
              </p14:nvContentPartPr>
              <p14:xfrm>
                <a:off x="11715126" y="2011749"/>
                <a:ext cx="91800" cy="169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6836863-FBA8-A961-F27E-80B93EA14D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697486" y="1993749"/>
                  <a:ext cx="12744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E496C1F-F05A-D3C2-8365-5EFA6A802460}"/>
              </a:ext>
            </a:extLst>
          </p:cNvPr>
          <p:cNvGrpSpPr/>
          <p:nvPr/>
        </p:nvGrpSpPr>
        <p:grpSpPr>
          <a:xfrm>
            <a:off x="8543526" y="2484429"/>
            <a:ext cx="3167640" cy="995040"/>
            <a:chOff x="8543526" y="2484429"/>
            <a:chExt cx="3167640" cy="9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51A6AEB-B0EB-1529-A4A8-3FCA6B8AFEDF}"/>
                    </a:ext>
                  </a:extLst>
                </p14:cNvPr>
                <p14:cNvContentPartPr/>
                <p14:nvPr/>
              </p14:nvContentPartPr>
              <p14:xfrm>
                <a:off x="8543526" y="2484429"/>
                <a:ext cx="376560" cy="995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51A6AEB-B0EB-1529-A4A8-3FCA6B8AFED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25886" y="2466789"/>
                  <a:ext cx="412200" cy="10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0C89256-E52A-6AC4-C6DB-2FD82B939506}"/>
                    </a:ext>
                  </a:extLst>
                </p14:cNvPr>
                <p14:cNvContentPartPr/>
                <p14:nvPr/>
              </p14:nvContentPartPr>
              <p14:xfrm>
                <a:off x="9366846" y="2758749"/>
                <a:ext cx="258840" cy="256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0C89256-E52A-6AC4-C6DB-2FD82B93950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48846" y="2741109"/>
                  <a:ext cx="2944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B3B7144-7FE3-D377-5AA2-AD21B20CE211}"/>
                    </a:ext>
                  </a:extLst>
                </p14:cNvPr>
                <p14:cNvContentPartPr/>
                <p14:nvPr/>
              </p14:nvContentPartPr>
              <p14:xfrm>
                <a:off x="9654486" y="2790789"/>
                <a:ext cx="645120" cy="243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B3B7144-7FE3-D377-5AA2-AD21B20CE21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36846" y="2773149"/>
                  <a:ext cx="680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9D28C22-F758-5CB4-C2C1-A3E4A39A0AA8}"/>
                    </a:ext>
                  </a:extLst>
                </p14:cNvPr>
                <p14:cNvContentPartPr/>
                <p14:nvPr/>
              </p14:nvContentPartPr>
              <p14:xfrm>
                <a:off x="9626046" y="3295509"/>
                <a:ext cx="352080" cy="140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9D28C22-F758-5CB4-C2C1-A3E4A39A0AA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8406" y="3277509"/>
                  <a:ext cx="387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7AC3A00-2FE8-8438-0B19-422651EF3849}"/>
                    </a:ext>
                  </a:extLst>
                </p14:cNvPr>
                <p14:cNvContentPartPr/>
                <p14:nvPr/>
              </p14:nvContentPartPr>
              <p14:xfrm>
                <a:off x="9899646" y="3178869"/>
                <a:ext cx="1364400" cy="265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7AC3A00-2FE8-8438-0B19-422651EF384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81646" y="3161229"/>
                  <a:ext cx="14000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D180F62-109E-E66B-308C-D42A0A36F89E}"/>
                    </a:ext>
                  </a:extLst>
                </p14:cNvPr>
                <p14:cNvContentPartPr/>
                <p14:nvPr/>
              </p14:nvContentPartPr>
              <p14:xfrm>
                <a:off x="11489046" y="3241869"/>
                <a:ext cx="222120" cy="204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D180F62-109E-E66B-308C-D42A0A36F89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471046" y="3223869"/>
                  <a:ext cx="25776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B783EC-6821-3287-4C15-6EF7FF2C0A38}"/>
              </a:ext>
            </a:extLst>
          </p:cNvPr>
          <p:cNvGrpSpPr/>
          <p:nvPr/>
        </p:nvGrpSpPr>
        <p:grpSpPr>
          <a:xfrm>
            <a:off x="1623811" y="4505346"/>
            <a:ext cx="2090880" cy="1376640"/>
            <a:chOff x="1586886" y="4491429"/>
            <a:chExt cx="2090880" cy="137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8D76D10-BF32-D91A-D8B1-7D16CE4D10BE}"/>
                    </a:ext>
                  </a:extLst>
                </p14:cNvPr>
                <p14:cNvContentPartPr/>
                <p14:nvPr/>
              </p14:nvContentPartPr>
              <p14:xfrm>
                <a:off x="1586886" y="5181549"/>
                <a:ext cx="65520" cy="591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8D76D10-BF32-D91A-D8B1-7D16CE4D10B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568886" y="5163909"/>
                  <a:ext cx="10116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07D073D-26C6-3978-A65E-F2D5BD8F5C26}"/>
                    </a:ext>
                  </a:extLst>
                </p14:cNvPr>
                <p14:cNvContentPartPr/>
                <p14:nvPr/>
              </p14:nvContentPartPr>
              <p14:xfrm>
                <a:off x="1668246" y="5084709"/>
                <a:ext cx="519840" cy="574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07D073D-26C6-3978-A65E-F2D5BD8F5C2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50606" y="5067069"/>
                  <a:ext cx="55548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DBFF3B5-8C55-8E21-2B27-57A4279C9753}"/>
                    </a:ext>
                  </a:extLst>
                </p14:cNvPr>
                <p14:cNvContentPartPr/>
                <p14:nvPr/>
              </p14:nvContentPartPr>
              <p14:xfrm>
                <a:off x="2357646" y="4491429"/>
                <a:ext cx="65160" cy="1358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DBFF3B5-8C55-8E21-2B27-57A4279C97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340006" y="4473789"/>
                  <a:ext cx="100800" cy="13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D29C9A2-93EB-9A93-A4D6-404D4AAF1CFB}"/>
                    </a:ext>
                  </a:extLst>
                </p14:cNvPr>
                <p14:cNvContentPartPr/>
                <p14:nvPr/>
              </p14:nvContentPartPr>
              <p14:xfrm>
                <a:off x="2502726" y="4507629"/>
                <a:ext cx="374040" cy="1243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D29C9A2-93EB-9A93-A4D6-404D4AAF1CF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484726" y="4489989"/>
                  <a:ext cx="409680" cy="12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C9A9FFA-9CC8-12E7-4128-78609D911390}"/>
                    </a:ext>
                  </a:extLst>
                </p14:cNvPr>
                <p14:cNvContentPartPr/>
                <p14:nvPr/>
              </p14:nvContentPartPr>
              <p14:xfrm>
                <a:off x="3047766" y="5325909"/>
                <a:ext cx="360" cy="504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C9A9FFA-9CC8-12E7-4128-78609D91139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29766" y="5307909"/>
                  <a:ext cx="3600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B2A6639-8037-5285-3692-C9D585DAA4F9}"/>
                    </a:ext>
                  </a:extLst>
                </p14:cNvPr>
                <p14:cNvContentPartPr/>
                <p14:nvPr/>
              </p14:nvContentPartPr>
              <p14:xfrm>
                <a:off x="3144246" y="5140509"/>
                <a:ext cx="533520" cy="727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B2A6639-8037-5285-3692-C9D585DAA4F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126246" y="5122509"/>
                  <a:ext cx="569160" cy="76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A238516-FEBA-F7ED-AB21-C643C47D15B2}"/>
              </a:ext>
            </a:extLst>
          </p:cNvPr>
          <p:cNvGrpSpPr/>
          <p:nvPr/>
        </p:nvGrpSpPr>
        <p:grpSpPr>
          <a:xfrm>
            <a:off x="4913491" y="4301586"/>
            <a:ext cx="2264400" cy="1595160"/>
            <a:chOff x="4876566" y="4287669"/>
            <a:chExt cx="2264400" cy="159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818B4A4-EBDB-7C40-557A-CC22B0771A19}"/>
                    </a:ext>
                  </a:extLst>
                </p14:cNvPr>
                <p14:cNvContentPartPr/>
                <p14:nvPr/>
              </p14:nvContentPartPr>
              <p14:xfrm>
                <a:off x="4876566" y="5085069"/>
                <a:ext cx="113040" cy="713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818B4A4-EBDB-7C40-557A-CC22B0771A1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58566" y="5067429"/>
                  <a:ext cx="14868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BA981FF-1E8F-4AAC-85D0-21F314AFEEA7}"/>
                    </a:ext>
                  </a:extLst>
                </p14:cNvPr>
                <p14:cNvContentPartPr/>
                <p14:nvPr/>
              </p14:nvContentPartPr>
              <p14:xfrm>
                <a:off x="4972686" y="5149149"/>
                <a:ext cx="369360" cy="603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BA981FF-1E8F-4AAC-85D0-21F314AFEEA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55046" y="5131509"/>
                  <a:ext cx="40500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15DFDB6-05B8-1C0D-9CFF-65639E1CD18D}"/>
                    </a:ext>
                  </a:extLst>
                </p14:cNvPr>
                <p14:cNvContentPartPr/>
                <p14:nvPr/>
              </p14:nvContentPartPr>
              <p14:xfrm>
                <a:off x="5518446" y="4555869"/>
                <a:ext cx="60840" cy="1326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15DFDB6-05B8-1C0D-9CFF-65639E1CD18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00806" y="4537869"/>
                  <a:ext cx="96480" cy="13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35E8DEA-6278-86C4-AE23-93A1701335F3}"/>
                    </a:ext>
                  </a:extLst>
                </p14:cNvPr>
                <p14:cNvContentPartPr/>
                <p14:nvPr/>
              </p14:nvContentPartPr>
              <p14:xfrm>
                <a:off x="5646246" y="4287669"/>
                <a:ext cx="440280" cy="1503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35E8DEA-6278-86C4-AE23-93A1701335F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28606" y="4269669"/>
                  <a:ext cx="475920" cy="15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167807E-65A9-79BA-20F7-989C1B96D518}"/>
                    </a:ext>
                  </a:extLst>
                </p14:cNvPr>
                <p14:cNvContentPartPr/>
                <p14:nvPr/>
              </p14:nvContentPartPr>
              <p14:xfrm>
                <a:off x="6336366" y="5405829"/>
                <a:ext cx="16920" cy="436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167807E-65A9-79BA-20F7-989C1B96D51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18726" y="5388189"/>
                  <a:ext cx="525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C8B9F6A-66B7-C145-F83A-9314FEC5B53A}"/>
                    </a:ext>
                  </a:extLst>
                </p14:cNvPr>
                <p14:cNvContentPartPr/>
                <p14:nvPr/>
              </p14:nvContentPartPr>
              <p14:xfrm>
                <a:off x="6448686" y="4926669"/>
                <a:ext cx="692280" cy="862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C8B9F6A-66B7-C145-F83A-9314FEC5B5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30686" y="4908669"/>
                  <a:ext cx="727920" cy="89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EFA3734-1425-08FA-997D-08611D433AEB}"/>
              </a:ext>
            </a:extLst>
          </p:cNvPr>
          <p:cNvGrpSpPr/>
          <p:nvPr/>
        </p:nvGrpSpPr>
        <p:grpSpPr>
          <a:xfrm>
            <a:off x="8152411" y="4850226"/>
            <a:ext cx="501120" cy="717480"/>
            <a:chOff x="8115486" y="4836309"/>
            <a:chExt cx="501120" cy="71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8223551-2ED9-1B12-E44E-E95E67F751B7}"/>
                    </a:ext>
                  </a:extLst>
                </p14:cNvPr>
                <p14:cNvContentPartPr/>
                <p14:nvPr/>
              </p14:nvContentPartPr>
              <p14:xfrm>
                <a:off x="8405646" y="5165349"/>
                <a:ext cx="360" cy="333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8223551-2ED9-1B12-E44E-E95E67F751B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388006" y="5147349"/>
                  <a:ext cx="360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E5370B-8961-9A5D-D91D-8D58A63446A8}"/>
                    </a:ext>
                  </a:extLst>
                </p14:cNvPr>
                <p14:cNvContentPartPr/>
                <p14:nvPr/>
              </p14:nvContentPartPr>
              <p14:xfrm>
                <a:off x="8115486" y="4836309"/>
                <a:ext cx="501120" cy="717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E5370B-8961-9A5D-D91D-8D58A63446A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097486" y="4818669"/>
                  <a:ext cx="536760" cy="75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1183386-7290-2898-FF3D-8AC888FD9E21}"/>
              </a:ext>
            </a:extLst>
          </p:cNvPr>
          <p:cNvGrpSpPr/>
          <p:nvPr/>
        </p:nvGrpSpPr>
        <p:grpSpPr>
          <a:xfrm>
            <a:off x="7840806" y="869829"/>
            <a:ext cx="342360" cy="353160"/>
            <a:chOff x="7840806" y="869829"/>
            <a:chExt cx="34236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2C82160-AA2C-BC35-722A-B7CB69A680E7}"/>
                    </a:ext>
                  </a:extLst>
                </p14:cNvPr>
                <p14:cNvContentPartPr/>
                <p14:nvPr/>
              </p14:nvContentPartPr>
              <p14:xfrm>
                <a:off x="7972926" y="992949"/>
                <a:ext cx="116280" cy="212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2C82160-AA2C-BC35-722A-B7CB69A680E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954926" y="975309"/>
                  <a:ext cx="1519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CA2B98B-A3C3-3C03-E0A3-6617C25AB4DA}"/>
                    </a:ext>
                  </a:extLst>
                </p14:cNvPr>
                <p14:cNvContentPartPr/>
                <p14:nvPr/>
              </p14:nvContentPartPr>
              <p14:xfrm>
                <a:off x="7840806" y="869829"/>
                <a:ext cx="342360" cy="353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CA2B98B-A3C3-3C03-E0A3-6617C25AB4D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822806" y="851829"/>
                  <a:ext cx="378000" cy="38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002AC77-3E24-8D2D-B8E8-FDBB181D6D17}"/>
              </a:ext>
            </a:extLst>
          </p:cNvPr>
          <p:cNvGrpSpPr/>
          <p:nvPr/>
        </p:nvGrpSpPr>
        <p:grpSpPr>
          <a:xfrm>
            <a:off x="8067246" y="2399829"/>
            <a:ext cx="566640" cy="634320"/>
            <a:chOff x="8067246" y="2399829"/>
            <a:chExt cx="566640" cy="63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EFFCDD9-9535-6ADE-C9A8-0BB7E62552A4}"/>
                    </a:ext>
                  </a:extLst>
                </p14:cNvPr>
                <p14:cNvContentPartPr/>
                <p14:nvPr/>
              </p14:nvContentPartPr>
              <p14:xfrm>
                <a:off x="8151126" y="2634909"/>
                <a:ext cx="226440" cy="352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EFFCDD9-9535-6ADE-C9A8-0BB7E62552A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33486" y="2617269"/>
                  <a:ext cx="2620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0ADAE62-0A10-CECF-2F5E-6523DABC9D67}"/>
                    </a:ext>
                  </a:extLst>
                </p14:cNvPr>
                <p14:cNvContentPartPr/>
                <p14:nvPr/>
              </p14:nvContentPartPr>
              <p14:xfrm>
                <a:off x="8067246" y="2399829"/>
                <a:ext cx="566640" cy="634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0ADAE62-0A10-CECF-2F5E-6523DABC9D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49606" y="2381829"/>
                  <a:ext cx="602280" cy="669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41B340AE-A88A-9BE6-B43F-9FFBCD2E8E2F}"/>
              </a:ext>
            </a:extLst>
          </p:cNvPr>
          <p:cNvSpPr txBox="1"/>
          <p:nvPr/>
        </p:nvSpPr>
        <p:spPr>
          <a:xfrm>
            <a:off x="954492" y="769840"/>
            <a:ext cx="203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rating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3DCDDAF-EF43-56DF-FFB6-73EEDFC1F364}"/>
              </a:ext>
            </a:extLst>
          </p:cNvPr>
          <p:cNvSpPr txBox="1"/>
          <p:nvPr/>
        </p:nvSpPr>
        <p:spPr>
          <a:xfrm>
            <a:off x="3280611" y="761638"/>
            <a:ext cx="2238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Listed paddles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71BD2BF-8E48-38BC-A7F2-D4FAB10BB8C5}"/>
              </a:ext>
            </a:extLst>
          </p:cNvPr>
          <p:cNvSpPr txBox="1"/>
          <p:nvPr/>
        </p:nvSpPr>
        <p:spPr>
          <a:xfrm>
            <a:off x="5630780" y="769840"/>
            <a:ext cx="2238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 / Orders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59FF452-1C57-407B-695E-30DD73991833}"/>
              </a:ext>
            </a:extLst>
          </p:cNvPr>
          <p:cNvSpPr txBox="1"/>
          <p:nvPr/>
        </p:nvSpPr>
        <p:spPr>
          <a:xfrm>
            <a:off x="954492" y="2105612"/>
            <a:ext cx="203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Best comments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832F48C-AD13-4AB4-D6A5-3A96CEB937CC}"/>
              </a:ext>
            </a:extLst>
          </p:cNvPr>
          <p:cNvSpPr txBox="1"/>
          <p:nvPr/>
        </p:nvSpPr>
        <p:spPr>
          <a:xfrm>
            <a:off x="4482476" y="2098493"/>
            <a:ext cx="203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latest comments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37469A4-5507-E014-D42A-26C96B14E993}"/>
              </a:ext>
            </a:extLst>
          </p:cNvPr>
          <p:cNvSpPr txBox="1"/>
          <p:nvPr/>
        </p:nvSpPr>
        <p:spPr>
          <a:xfrm>
            <a:off x="1127789" y="3431989"/>
            <a:ext cx="203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1D40B79-CF8E-D5C8-913D-5515F90200E5}"/>
              </a:ext>
            </a:extLst>
          </p:cNvPr>
          <p:cNvSpPr txBox="1"/>
          <p:nvPr/>
        </p:nvSpPr>
        <p:spPr>
          <a:xfrm>
            <a:off x="4641584" y="3425524"/>
            <a:ext cx="203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77E94177-AAE5-671B-C297-78E2082ABEC8}"/>
                  </a:ext>
                </a:extLst>
              </p14:cNvPr>
              <p14:cNvContentPartPr/>
              <p14:nvPr/>
            </p14:nvContentPartPr>
            <p14:xfrm>
              <a:off x="7395126" y="574269"/>
              <a:ext cx="1305720" cy="2919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77E94177-AAE5-671B-C297-78E2082ABEC8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389006" y="568149"/>
                <a:ext cx="1317960" cy="30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0B7B939-75F9-8B9C-09AA-A9502274B4E3}"/>
              </a:ext>
            </a:extLst>
          </p:cNvPr>
          <p:cNvGrpSpPr/>
          <p:nvPr/>
        </p:nvGrpSpPr>
        <p:grpSpPr>
          <a:xfrm>
            <a:off x="9000366" y="400749"/>
            <a:ext cx="1349280" cy="467280"/>
            <a:chOff x="9000366" y="400749"/>
            <a:chExt cx="134928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20E4EB8-C3C4-215E-485A-668BABEF2011}"/>
                    </a:ext>
                  </a:extLst>
                </p14:cNvPr>
                <p14:cNvContentPartPr/>
                <p14:nvPr/>
              </p14:nvContentPartPr>
              <p14:xfrm>
                <a:off x="9000366" y="542589"/>
                <a:ext cx="221040" cy="864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20E4EB8-C3C4-215E-485A-668BABEF201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994246" y="536469"/>
                  <a:ext cx="233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4EB4D4E-7164-DEFC-5AE6-748FCF60CB8E}"/>
                    </a:ext>
                  </a:extLst>
                </p14:cNvPr>
                <p14:cNvContentPartPr/>
                <p14:nvPr/>
              </p14:nvContentPartPr>
              <p14:xfrm>
                <a:off x="9318966" y="508389"/>
                <a:ext cx="174240" cy="93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4EB4D4E-7164-DEFC-5AE6-748FCF60CB8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312846" y="502269"/>
                  <a:ext cx="186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5547C68-9E72-48B2-AB4B-FA9B9A1F7953}"/>
                    </a:ext>
                  </a:extLst>
                </p14:cNvPr>
                <p14:cNvContentPartPr/>
                <p14:nvPr/>
              </p14:nvContentPartPr>
              <p14:xfrm>
                <a:off x="9478086" y="400749"/>
                <a:ext cx="108000" cy="276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5547C68-9E72-48B2-AB4B-FA9B9A1F795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71966" y="394629"/>
                  <a:ext cx="1202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C757553-07EA-17A6-54F0-953DE71A4437}"/>
                    </a:ext>
                  </a:extLst>
                </p14:cNvPr>
                <p14:cNvContentPartPr/>
                <p14:nvPr/>
              </p14:nvContentPartPr>
              <p14:xfrm>
                <a:off x="9641526" y="577869"/>
                <a:ext cx="264240" cy="115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C757553-07EA-17A6-54F0-953DE71A443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635406" y="571749"/>
                  <a:ext cx="2764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8733219-A195-C7D3-8514-015A7B01FF97}"/>
                    </a:ext>
                  </a:extLst>
                </p14:cNvPr>
                <p14:cNvContentPartPr/>
                <p14:nvPr/>
              </p14:nvContentPartPr>
              <p14:xfrm>
                <a:off x="9977766" y="525669"/>
                <a:ext cx="158760" cy="121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8733219-A195-C7D3-8514-015A7B01FF9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71646" y="519549"/>
                  <a:ext cx="171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3B228C6-D039-ADA0-2DEF-E8E5561ED57B}"/>
                    </a:ext>
                  </a:extLst>
                </p14:cNvPr>
                <p14:cNvContentPartPr/>
                <p14:nvPr/>
              </p14:nvContentPartPr>
              <p14:xfrm>
                <a:off x="10191246" y="497229"/>
                <a:ext cx="158400" cy="370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3B228C6-D039-ADA0-2DEF-E8E5561ED57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185126" y="491109"/>
                  <a:ext cx="170640" cy="38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1F777DF1-349C-B137-9A07-6F5F43886D48}"/>
                  </a:ext>
                </a:extLst>
              </p14:cNvPr>
              <p14:cNvContentPartPr/>
              <p14:nvPr/>
            </p14:nvContentPartPr>
            <p14:xfrm>
              <a:off x="3434406" y="6255789"/>
              <a:ext cx="741600" cy="3697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1F777DF1-349C-B137-9A07-6F5F43886D4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428286" y="6249669"/>
                <a:ext cx="75384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D126B4AF-01ED-ED35-D30D-B9FDAE664A99}"/>
                  </a:ext>
                </a:extLst>
              </p14:cNvPr>
              <p14:cNvContentPartPr/>
              <p14:nvPr/>
            </p14:nvContentPartPr>
            <p14:xfrm>
              <a:off x="5181486" y="6240309"/>
              <a:ext cx="655200" cy="3099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D126B4AF-01ED-ED35-D30D-B9FDAE664A9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175366" y="6234189"/>
                <a:ext cx="667440" cy="32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8FC60D4-D1E7-981A-3154-756C31EE77C4}"/>
              </a:ext>
            </a:extLst>
          </p:cNvPr>
          <p:cNvGrpSpPr/>
          <p:nvPr/>
        </p:nvGrpSpPr>
        <p:grpSpPr>
          <a:xfrm>
            <a:off x="6179046" y="6368829"/>
            <a:ext cx="1072440" cy="385560"/>
            <a:chOff x="6179046" y="6368829"/>
            <a:chExt cx="107244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E610890-5636-727C-FC7E-D491B324DE2C}"/>
                    </a:ext>
                  </a:extLst>
                </p14:cNvPr>
                <p14:cNvContentPartPr/>
                <p14:nvPr/>
              </p14:nvContentPartPr>
              <p14:xfrm>
                <a:off x="6179046" y="6461709"/>
                <a:ext cx="223560" cy="134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E610890-5636-727C-FC7E-D491B324DE2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172926" y="6455589"/>
                  <a:ext cx="2358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8C176A2-584A-78CC-234E-A3D51CD1D940}"/>
                    </a:ext>
                  </a:extLst>
                </p14:cNvPr>
                <p14:cNvContentPartPr/>
                <p14:nvPr/>
              </p14:nvContentPartPr>
              <p14:xfrm>
                <a:off x="6448686" y="6476829"/>
                <a:ext cx="272160" cy="90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8C176A2-584A-78CC-234E-A3D51CD1D94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42566" y="6470709"/>
                  <a:ext cx="284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49B7A15-9D3F-1913-2B7A-6DD002640788}"/>
                    </a:ext>
                  </a:extLst>
                </p14:cNvPr>
                <p14:cNvContentPartPr/>
                <p14:nvPr/>
              </p14:nvContentPartPr>
              <p14:xfrm>
                <a:off x="6659286" y="6368829"/>
                <a:ext cx="163800" cy="260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49B7A15-9D3F-1913-2B7A-6DD00264078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53166" y="6362709"/>
                  <a:ext cx="1760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E92D46E-8A7E-E396-ADC1-3792951A9B79}"/>
                    </a:ext>
                  </a:extLst>
                </p14:cNvPr>
                <p14:cNvContentPartPr/>
                <p14:nvPr/>
              </p14:nvContentPartPr>
              <p14:xfrm>
                <a:off x="6799326" y="6528309"/>
                <a:ext cx="138960" cy="145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E92D46E-8A7E-E396-ADC1-3792951A9B7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93206" y="6522189"/>
                  <a:ext cx="151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05D7A02-DB90-7DF7-1712-0046FF2E4374}"/>
                    </a:ext>
                  </a:extLst>
                </p14:cNvPr>
                <p14:cNvContentPartPr/>
                <p14:nvPr/>
              </p14:nvContentPartPr>
              <p14:xfrm>
                <a:off x="6994086" y="6525789"/>
                <a:ext cx="93600" cy="1054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05D7A02-DB90-7DF7-1712-0046FF2E437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87966" y="6519669"/>
                  <a:ext cx="1058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C865004-88D7-5B1B-8269-944FF7311FFF}"/>
                    </a:ext>
                  </a:extLst>
                </p14:cNvPr>
                <p14:cNvContentPartPr/>
                <p14:nvPr/>
              </p14:nvContentPartPr>
              <p14:xfrm>
                <a:off x="7157526" y="6528669"/>
                <a:ext cx="93960" cy="225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C865004-88D7-5B1B-8269-944FF7311FF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51406" y="6522549"/>
                  <a:ext cx="10620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42BD9352-BB6C-9446-143B-710886C375D7}"/>
                  </a:ext>
                </a:extLst>
              </p14:cNvPr>
              <p14:cNvContentPartPr/>
              <p14:nvPr/>
            </p14:nvContentPartPr>
            <p14:xfrm>
              <a:off x="7876446" y="3448869"/>
              <a:ext cx="1687680" cy="12906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42BD9352-BB6C-9446-143B-710886C375D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870326" y="3442749"/>
                <a:ext cx="1699920" cy="130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D183A61-92DF-4DF5-FF55-CC9B3C125EEF}"/>
              </a:ext>
            </a:extLst>
          </p:cNvPr>
          <p:cNvGrpSpPr/>
          <p:nvPr/>
        </p:nvGrpSpPr>
        <p:grpSpPr>
          <a:xfrm>
            <a:off x="4042806" y="3529509"/>
            <a:ext cx="7094520" cy="1959120"/>
            <a:chOff x="4042806" y="3529509"/>
            <a:chExt cx="7094520" cy="19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BA03A1F-A4FC-E4B5-0F95-413B3033E3B7}"/>
                    </a:ext>
                  </a:extLst>
                </p14:cNvPr>
                <p14:cNvContentPartPr/>
                <p14:nvPr/>
              </p14:nvContentPartPr>
              <p14:xfrm>
                <a:off x="4042806" y="3529509"/>
                <a:ext cx="5267160" cy="1165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BA03A1F-A4FC-E4B5-0F95-413B3033E3B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036686" y="3523389"/>
                  <a:ext cx="5279400" cy="11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AAB9D67-1034-EBAA-6176-3788195CABF4}"/>
                    </a:ext>
                  </a:extLst>
                </p14:cNvPr>
                <p14:cNvContentPartPr/>
                <p14:nvPr/>
              </p14:nvContentPartPr>
              <p14:xfrm>
                <a:off x="9101526" y="4571709"/>
                <a:ext cx="551520" cy="2797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AAB9D67-1034-EBAA-6176-3788195CABF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95406" y="4565589"/>
                  <a:ext cx="563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E915AA2-C2DA-CDAB-1514-8A2F99329D48}"/>
                    </a:ext>
                  </a:extLst>
                </p14:cNvPr>
                <p14:cNvContentPartPr/>
                <p14:nvPr/>
              </p14:nvContentPartPr>
              <p14:xfrm>
                <a:off x="9689766" y="5069229"/>
                <a:ext cx="211320" cy="212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E915AA2-C2DA-CDAB-1514-8A2F99329D4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83646" y="5063109"/>
                  <a:ext cx="223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EEF1C86-3F98-5A44-4F03-C3E017F8C291}"/>
                    </a:ext>
                  </a:extLst>
                </p14:cNvPr>
                <p14:cNvContentPartPr/>
                <p14:nvPr/>
              </p14:nvContentPartPr>
              <p14:xfrm>
                <a:off x="10089006" y="5094069"/>
                <a:ext cx="203040" cy="128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EEF1C86-3F98-5A44-4F03-C3E017F8C29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082886" y="5087949"/>
                  <a:ext cx="215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080E949-39B1-35BB-2A0A-2CB146564E9E}"/>
                    </a:ext>
                  </a:extLst>
                </p14:cNvPr>
                <p14:cNvContentPartPr/>
                <p14:nvPr/>
              </p14:nvContentPartPr>
              <p14:xfrm>
                <a:off x="10279086" y="4956549"/>
                <a:ext cx="178920" cy="3571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080E949-39B1-35BB-2A0A-2CB146564E9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272966" y="4950429"/>
                  <a:ext cx="1911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08E1EC7-29F0-AE8F-64B5-3C3858F746AC}"/>
                    </a:ext>
                  </a:extLst>
                </p14:cNvPr>
                <p14:cNvContentPartPr/>
                <p14:nvPr/>
              </p14:nvContentPartPr>
              <p14:xfrm>
                <a:off x="10508046" y="5194869"/>
                <a:ext cx="191160" cy="1479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08E1EC7-29F0-AE8F-64B5-3C3858F746A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501926" y="5188749"/>
                  <a:ext cx="203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E18A82C-238C-EB32-4A1A-198CD6DA7757}"/>
                    </a:ext>
                  </a:extLst>
                </p14:cNvPr>
                <p14:cNvContentPartPr/>
                <p14:nvPr/>
              </p14:nvContentPartPr>
              <p14:xfrm>
                <a:off x="10732326" y="5177949"/>
                <a:ext cx="125280" cy="134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E18A82C-238C-EB32-4A1A-198CD6DA775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726206" y="5171829"/>
                  <a:ext cx="137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2E9F9D1-A1E1-DC59-C09A-8369DF0C539C}"/>
                    </a:ext>
                  </a:extLst>
                </p14:cNvPr>
                <p14:cNvContentPartPr/>
                <p14:nvPr/>
              </p14:nvContentPartPr>
              <p14:xfrm>
                <a:off x="10958406" y="5181549"/>
                <a:ext cx="178920" cy="307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2E9F9D1-A1E1-DC59-C09A-8369DF0C539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952286" y="5175429"/>
                  <a:ext cx="19116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D0C8D144-E939-A7DE-E143-E534FD355839}"/>
              </a:ext>
            </a:extLst>
          </p:cNvPr>
          <p:cNvGrpSpPr/>
          <p:nvPr/>
        </p:nvGrpSpPr>
        <p:grpSpPr>
          <a:xfrm>
            <a:off x="849966" y="336669"/>
            <a:ext cx="1768680" cy="610200"/>
            <a:chOff x="849966" y="336669"/>
            <a:chExt cx="1768680" cy="61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38BD5B4-963C-C609-39A1-B2AAEB7B7801}"/>
                    </a:ext>
                  </a:extLst>
                </p14:cNvPr>
                <p14:cNvContentPartPr/>
                <p14:nvPr/>
              </p14:nvContentPartPr>
              <p14:xfrm>
                <a:off x="849966" y="680829"/>
                <a:ext cx="1768680" cy="266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38BD5B4-963C-C609-39A1-B2AAEB7B780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43846" y="674709"/>
                  <a:ext cx="17809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AD51A94-A8BF-B505-A8D8-573953B199A1}"/>
                    </a:ext>
                  </a:extLst>
                </p14:cNvPr>
                <p14:cNvContentPartPr/>
                <p14:nvPr/>
              </p14:nvContentPartPr>
              <p14:xfrm>
                <a:off x="1522446" y="432789"/>
                <a:ext cx="150120" cy="1332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AD51A94-A8BF-B505-A8D8-573953B199A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516326" y="426669"/>
                  <a:ext cx="162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F55EC48-9CD0-E8C1-A940-4745119EF1D8}"/>
                    </a:ext>
                  </a:extLst>
                </p14:cNvPr>
                <p14:cNvContentPartPr/>
                <p14:nvPr/>
              </p14:nvContentPartPr>
              <p14:xfrm>
                <a:off x="1795326" y="398589"/>
                <a:ext cx="159120" cy="92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F55EC48-9CD0-E8C1-A940-4745119EF1D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789206" y="392469"/>
                  <a:ext cx="171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ABFC81F-0519-F6B8-89FC-D91C57775319}"/>
                    </a:ext>
                  </a:extLst>
                </p14:cNvPr>
                <p14:cNvContentPartPr/>
                <p14:nvPr/>
              </p14:nvContentPartPr>
              <p14:xfrm>
                <a:off x="1976046" y="336669"/>
                <a:ext cx="78120" cy="2095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ABFC81F-0519-F6B8-89FC-D91C5777531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969926" y="330549"/>
                  <a:ext cx="903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A9B0C7F-3F04-8097-1BA6-83063F600129}"/>
                    </a:ext>
                  </a:extLst>
                </p14:cNvPr>
                <p14:cNvContentPartPr/>
                <p14:nvPr/>
              </p14:nvContentPartPr>
              <p14:xfrm>
                <a:off x="2098086" y="456189"/>
                <a:ext cx="195120" cy="171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A9B0C7F-3F04-8097-1BA6-83063F60012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91966" y="450069"/>
                  <a:ext cx="2073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5C8D816-7B18-2BD9-3F0A-357DBE6BCC99}"/>
                    </a:ext>
                  </a:extLst>
                </p14:cNvPr>
                <p14:cNvContentPartPr/>
                <p14:nvPr/>
              </p14:nvContentPartPr>
              <p14:xfrm>
                <a:off x="2293566" y="465189"/>
                <a:ext cx="59760" cy="121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5C8D816-7B18-2BD9-3F0A-357DBE6BCC9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87446" y="459069"/>
                  <a:ext cx="72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52965BF-00CB-908F-7770-1B9098270961}"/>
                    </a:ext>
                  </a:extLst>
                </p14:cNvPr>
                <p14:cNvContentPartPr/>
                <p14:nvPr/>
              </p14:nvContentPartPr>
              <p14:xfrm>
                <a:off x="2492646" y="474909"/>
                <a:ext cx="116640" cy="207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52965BF-00CB-908F-7770-1B909827096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486526" y="468789"/>
                  <a:ext cx="12888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8705C0E-171C-78F4-2D2D-E5575E1071FE}"/>
              </a:ext>
            </a:extLst>
          </p:cNvPr>
          <p:cNvGrpSpPr/>
          <p:nvPr/>
        </p:nvGrpSpPr>
        <p:grpSpPr>
          <a:xfrm>
            <a:off x="10090086" y="5726589"/>
            <a:ext cx="1577520" cy="821160"/>
            <a:chOff x="10090086" y="5726589"/>
            <a:chExt cx="1577520" cy="82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7B399AC-0687-A21C-FC88-7B30D08B357C}"/>
                    </a:ext>
                  </a:extLst>
                </p14:cNvPr>
                <p14:cNvContentPartPr/>
                <p14:nvPr/>
              </p14:nvContentPartPr>
              <p14:xfrm>
                <a:off x="10985406" y="5726589"/>
                <a:ext cx="51480" cy="217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7B399AC-0687-A21C-FC88-7B30D08B357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979286" y="5720469"/>
                  <a:ext cx="63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44B36F6-7EFB-869B-82B3-B65A71B354F9}"/>
                    </a:ext>
                  </a:extLst>
                </p14:cNvPr>
                <p14:cNvContentPartPr/>
                <p14:nvPr/>
              </p14:nvContentPartPr>
              <p14:xfrm>
                <a:off x="10892166" y="5887149"/>
                <a:ext cx="231480" cy="131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44B36F6-7EFB-869B-82B3-B65A71B354F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86046" y="5881029"/>
                  <a:ext cx="243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E88F4FF-D7F8-897F-85C8-E392E8601DF3}"/>
                    </a:ext>
                  </a:extLst>
                </p14:cNvPr>
                <p14:cNvContentPartPr/>
                <p14:nvPr/>
              </p14:nvContentPartPr>
              <p14:xfrm>
                <a:off x="10090086" y="6075069"/>
                <a:ext cx="191160" cy="225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E88F4FF-D7F8-897F-85C8-E392E8601DF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083966" y="6068949"/>
                  <a:ext cx="203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760BF57-A47F-FB68-EA75-23E143320385}"/>
                    </a:ext>
                  </a:extLst>
                </p14:cNvPr>
                <p14:cNvContentPartPr/>
                <p14:nvPr/>
              </p14:nvContentPartPr>
              <p14:xfrm>
                <a:off x="10345686" y="6079029"/>
                <a:ext cx="132120" cy="187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760BF57-A47F-FB68-EA75-23E14332038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339566" y="6072909"/>
                  <a:ext cx="144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3D0AAC0-6F6F-CAF1-DF52-79897B09A612}"/>
                    </a:ext>
                  </a:extLst>
                </p14:cNvPr>
                <p14:cNvContentPartPr/>
                <p14:nvPr/>
              </p14:nvContentPartPr>
              <p14:xfrm>
                <a:off x="10555566" y="6169749"/>
                <a:ext cx="88200" cy="98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3D0AAC0-6F6F-CAF1-DF52-79897B09A61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549446" y="6163629"/>
                  <a:ext cx="100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A837F4E-C381-AED5-F906-F55FF47B7B6A}"/>
                    </a:ext>
                  </a:extLst>
                </p14:cNvPr>
                <p14:cNvContentPartPr/>
                <p14:nvPr/>
              </p14:nvContentPartPr>
              <p14:xfrm>
                <a:off x="10667886" y="6095949"/>
                <a:ext cx="360" cy="12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A837F4E-C381-AED5-F906-F55FF47B7B6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661766" y="6089829"/>
                  <a:ext cx="12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6C63817-8386-6663-DE0C-FE6CE9209563}"/>
                    </a:ext>
                  </a:extLst>
                </p14:cNvPr>
                <p14:cNvContentPartPr/>
                <p14:nvPr/>
              </p14:nvContentPartPr>
              <p14:xfrm>
                <a:off x="10683726" y="6224469"/>
                <a:ext cx="33480" cy="152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6C63817-8386-6663-DE0C-FE6CE920956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677606" y="6218349"/>
                  <a:ext cx="45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C42C6A8-618D-F1D7-1EF9-B17A7C26BC25}"/>
                    </a:ext>
                  </a:extLst>
                </p14:cNvPr>
                <p14:cNvContentPartPr/>
                <p14:nvPr/>
              </p14:nvContentPartPr>
              <p14:xfrm>
                <a:off x="10825566" y="6210069"/>
                <a:ext cx="236160" cy="175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C42C6A8-618D-F1D7-1EF9-B17A7C26BC2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819446" y="6203949"/>
                  <a:ext cx="248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3108C21-A83B-4203-F01F-72C716D03437}"/>
                    </a:ext>
                  </a:extLst>
                </p14:cNvPr>
                <p14:cNvContentPartPr/>
                <p14:nvPr/>
              </p14:nvContentPartPr>
              <p14:xfrm>
                <a:off x="11068206" y="6240309"/>
                <a:ext cx="205920" cy="175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3108C21-A83B-4203-F01F-72C716D0343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062086" y="6234189"/>
                  <a:ext cx="218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185C071-B0C0-0162-F1DD-39E35E068364}"/>
                    </a:ext>
                  </a:extLst>
                </p14:cNvPr>
                <p14:cNvContentPartPr/>
                <p14:nvPr/>
              </p14:nvContentPartPr>
              <p14:xfrm>
                <a:off x="11374206" y="6287469"/>
                <a:ext cx="293400" cy="260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185C071-B0C0-0162-F1DD-39E35E06836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368086" y="6281349"/>
                  <a:ext cx="30564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FA2FCBC-6598-205D-4A56-8CB5BBC849D0}"/>
              </a:ext>
            </a:extLst>
          </p:cNvPr>
          <p:cNvGrpSpPr/>
          <p:nvPr/>
        </p:nvGrpSpPr>
        <p:grpSpPr>
          <a:xfrm>
            <a:off x="3304806" y="112029"/>
            <a:ext cx="3272400" cy="796680"/>
            <a:chOff x="3304806" y="112029"/>
            <a:chExt cx="3272400" cy="79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716FAA6-58A3-1715-A26F-CA91389F4173}"/>
                    </a:ext>
                  </a:extLst>
                </p14:cNvPr>
                <p14:cNvContentPartPr/>
                <p14:nvPr/>
              </p14:nvContentPartPr>
              <p14:xfrm>
                <a:off x="3304806" y="660669"/>
                <a:ext cx="1929960" cy="248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716FAA6-58A3-1715-A26F-CA91389F417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98686" y="654549"/>
                  <a:ext cx="19422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F8D8405-7339-391D-ECC9-7A9877815D6E}"/>
                    </a:ext>
                  </a:extLst>
                </p14:cNvPr>
                <p14:cNvContentPartPr/>
                <p14:nvPr/>
              </p14:nvContentPartPr>
              <p14:xfrm>
                <a:off x="4058286" y="426669"/>
                <a:ext cx="360" cy="6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F8D8405-7339-391D-ECC9-7A9877815D6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052166" y="420549"/>
                  <a:ext cx="126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4AD5EEE-1528-5972-1ADF-495E0AEEF56E}"/>
                    </a:ext>
                  </a:extLst>
                </p14:cNvPr>
                <p14:cNvContentPartPr/>
                <p14:nvPr/>
              </p14:nvContentPartPr>
              <p14:xfrm>
                <a:off x="4106166" y="545109"/>
                <a:ext cx="360" cy="3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4AD5EEE-1528-5972-1ADF-495E0AEEF56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00046" y="5389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599B06B-0ECE-9D0C-68B1-EEEF79AA4735}"/>
                    </a:ext>
                  </a:extLst>
                </p14:cNvPr>
                <p14:cNvContentPartPr/>
                <p14:nvPr/>
              </p14:nvContentPartPr>
              <p14:xfrm>
                <a:off x="4186806" y="449349"/>
                <a:ext cx="59400" cy="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599B06B-0ECE-9D0C-68B1-EEEF79AA473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180686" y="443229"/>
                  <a:ext cx="71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BADB7CF-0A5A-6448-3181-DC122A373FE5}"/>
                    </a:ext>
                  </a:extLst>
                </p14:cNvPr>
                <p14:cNvContentPartPr/>
                <p14:nvPr/>
              </p14:nvContentPartPr>
              <p14:xfrm>
                <a:off x="4219206" y="368709"/>
                <a:ext cx="32400" cy="223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BADB7CF-0A5A-6448-3181-DC122A373FE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213086" y="362589"/>
                  <a:ext cx="44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84D9C76-6D41-F76E-44CE-2DCBF5A68AD1}"/>
                    </a:ext>
                  </a:extLst>
                </p14:cNvPr>
                <p14:cNvContentPartPr/>
                <p14:nvPr/>
              </p14:nvContentPartPr>
              <p14:xfrm>
                <a:off x="4363566" y="431709"/>
                <a:ext cx="174960" cy="163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84D9C76-6D41-F76E-44CE-2DCBF5A68AD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57446" y="425589"/>
                  <a:ext cx="1872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0A55051-BEAC-B97B-24B3-27E2E3874F8A}"/>
                    </a:ext>
                  </a:extLst>
                </p14:cNvPr>
                <p14:cNvContentPartPr/>
                <p14:nvPr/>
              </p14:nvContentPartPr>
              <p14:xfrm>
                <a:off x="4587486" y="446469"/>
                <a:ext cx="275760" cy="1116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0A55051-BEAC-B97B-24B3-27E2E3874F8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581366" y="440349"/>
                  <a:ext cx="288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BED216F-751C-A107-B2AD-6FC5D36C446A}"/>
                    </a:ext>
                  </a:extLst>
                </p14:cNvPr>
                <p14:cNvContentPartPr/>
                <p14:nvPr/>
              </p14:nvContentPartPr>
              <p14:xfrm>
                <a:off x="5004726" y="400749"/>
                <a:ext cx="60840" cy="207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BED216F-751C-A107-B2AD-6FC5D36C446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998606" y="394629"/>
                  <a:ext cx="73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489D8BD-122A-7B83-78A5-5FE79F45E6D0}"/>
                    </a:ext>
                  </a:extLst>
                </p14:cNvPr>
                <p14:cNvContentPartPr/>
                <p14:nvPr/>
              </p14:nvContentPartPr>
              <p14:xfrm>
                <a:off x="5293446" y="334869"/>
                <a:ext cx="31320" cy="66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489D8BD-122A-7B83-78A5-5FE79F45E6D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287326" y="328749"/>
                  <a:ext cx="435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E1EFF04-8449-B2EA-3620-FB3DC21A6534}"/>
                    </a:ext>
                  </a:extLst>
                </p14:cNvPr>
                <p14:cNvContentPartPr/>
                <p14:nvPr/>
              </p14:nvContentPartPr>
              <p14:xfrm>
                <a:off x="5342046" y="244509"/>
                <a:ext cx="63000" cy="540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E1EFF04-8449-B2EA-3620-FB3DC21A653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35926" y="238389"/>
                  <a:ext cx="75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D8964CD-0635-2331-EC1C-3FAD9B1D3553}"/>
                    </a:ext>
                  </a:extLst>
                </p14:cNvPr>
                <p14:cNvContentPartPr/>
                <p14:nvPr/>
              </p14:nvContentPartPr>
              <p14:xfrm>
                <a:off x="5518446" y="208509"/>
                <a:ext cx="360" cy="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D8964CD-0635-2331-EC1C-3FAD9B1D355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512326" y="2023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5A81E1A-FD63-A581-A173-46E14904A9A7}"/>
                    </a:ext>
                  </a:extLst>
                </p14:cNvPr>
                <p14:cNvContentPartPr/>
                <p14:nvPr/>
              </p14:nvContentPartPr>
              <p14:xfrm>
                <a:off x="5534286" y="272949"/>
                <a:ext cx="360" cy="432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5A81E1A-FD63-A581-A173-46E14904A9A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528166" y="266829"/>
                  <a:ext cx="12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9C5FA0B-C393-2698-1FB2-6BB9B05E6CDF}"/>
                    </a:ext>
                  </a:extLst>
                </p14:cNvPr>
                <p14:cNvContentPartPr/>
                <p14:nvPr/>
              </p14:nvContentPartPr>
              <p14:xfrm>
                <a:off x="5582886" y="257109"/>
                <a:ext cx="127080" cy="45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9C5FA0B-C393-2698-1FB2-6BB9B05E6CD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576766" y="250989"/>
                  <a:ext cx="139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62520BB-190B-6E12-B473-227B816D9F75}"/>
                    </a:ext>
                  </a:extLst>
                </p14:cNvPr>
                <p14:cNvContentPartPr/>
                <p14:nvPr/>
              </p14:nvContentPartPr>
              <p14:xfrm>
                <a:off x="5694846" y="234069"/>
                <a:ext cx="102960" cy="68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62520BB-190B-6E12-B473-227B816D9F7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688726" y="227949"/>
                  <a:ext cx="115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C4D19C4-F95E-91BF-4290-175505FF68AC}"/>
                    </a:ext>
                  </a:extLst>
                </p14:cNvPr>
                <p14:cNvContentPartPr/>
                <p14:nvPr/>
              </p14:nvContentPartPr>
              <p14:xfrm>
                <a:off x="5751006" y="192309"/>
                <a:ext cx="56520" cy="169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C4D19C4-F95E-91BF-4290-175505FF68A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744886" y="186189"/>
                  <a:ext cx="68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BB24C84-398A-628E-D085-25FA080B92F7}"/>
                    </a:ext>
                  </a:extLst>
                </p14:cNvPr>
                <p14:cNvContentPartPr/>
                <p14:nvPr/>
              </p14:nvContentPartPr>
              <p14:xfrm>
                <a:off x="5850726" y="239829"/>
                <a:ext cx="146520" cy="150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BB24C84-398A-628E-D085-25FA080B92F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844606" y="233709"/>
                  <a:ext cx="158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85FE247-045D-8C36-9EED-36F17A06A9FC}"/>
                    </a:ext>
                  </a:extLst>
                </p14:cNvPr>
                <p14:cNvContentPartPr/>
                <p14:nvPr/>
              </p14:nvContentPartPr>
              <p14:xfrm>
                <a:off x="5999766" y="272949"/>
                <a:ext cx="232200" cy="1188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85FE247-045D-8C36-9EED-36F17A06A9F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993646" y="266829"/>
                  <a:ext cx="2444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5D094FD-67B5-0903-DC59-3A88AD732182}"/>
                    </a:ext>
                  </a:extLst>
                </p14:cNvPr>
                <p14:cNvContentPartPr/>
                <p14:nvPr/>
              </p14:nvContentPartPr>
              <p14:xfrm>
                <a:off x="6368046" y="272589"/>
                <a:ext cx="114840" cy="85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5D094FD-67B5-0903-DC59-3A88AD73218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361926" y="266469"/>
                  <a:ext cx="127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218281C-ED51-7DE1-A454-9F2C7DB98B79}"/>
                    </a:ext>
                  </a:extLst>
                </p14:cNvPr>
                <p14:cNvContentPartPr/>
                <p14:nvPr/>
              </p14:nvContentPartPr>
              <p14:xfrm>
                <a:off x="6561366" y="112029"/>
                <a:ext cx="15840" cy="224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218281C-ED51-7DE1-A454-9F2C7DB98B7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555246" y="105909"/>
                  <a:ext cx="28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1F86E24-13B3-1BB6-3555-064CD36FF894}"/>
                    </a:ext>
                  </a:extLst>
                </p14:cNvPr>
                <p14:cNvContentPartPr/>
                <p14:nvPr/>
              </p14:nvContentPartPr>
              <p14:xfrm>
                <a:off x="5714646" y="538629"/>
                <a:ext cx="78120" cy="133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1F86E24-13B3-1BB6-3555-064CD36FF89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708526" y="532509"/>
                  <a:ext cx="90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07AC3C2-0D0B-449A-6ECA-684771D4289E}"/>
                    </a:ext>
                  </a:extLst>
                </p14:cNvPr>
                <p14:cNvContentPartPr/>
                <p14:nvPr/>
              </p14:nvContentPartPr>
              <p14:xfrm>
                <a:off x="5839206" y="529269"/>
                <a:ext cx="109440" cy="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07AC3C2-0D0B-449A-6ECA-684771D4289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833086" y="523149"/>
                  <a:ext cx="121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6476DD5-269C-9F0D-C47C-AC6841AD28EC}"/>
                    </a:ext>
                  </a:extLst>
                </p14:cNvPr>
                <p14:cNvContentPartPr/>
                <p14:nvPr/>
              </p14:nvContentPartPr>
              <p14:xfrm>
                <a:off x="5886726" y="465189"/>
                <a:ext cx="81360" cy="202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6476DD5-269C-9F0D-C47C-AC6841AD28E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880606" y="459069"/>
                  <a:ext cx="936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8F8B356-C5EA-1EAA-BE02-E6B44ACA604A}"/>
                    </a:ext>
                  </a:extLst>
                </p14:cNvPr>
                <p14:cNvContentPartPr/>
                <p14:nvPr/>
              </p14:nvContentPartPr>
              <p14:xfrm>
                <a:off x="5986086" y="563469"/>
                <a:ext cx="114120" cy="100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8F8B356-C5EA-1EAA-BE02-E6B44ACA604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979966" y="557349"/>
                  <a:ext cx="1263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51B8C6C-84F8-23FC-0C49-4BF66C543AB9}"/>
                    </a:ext>
                  </a:extLst>
                </p14:cNvPr>
                <p14:cNvContentPartPr/>
                <p14:nvPr/>
              </p14:nvContentPartPr>
              <p14:xfrm>
                <a:off x="6127926" y="545109"/>
                <a:ext cx="92880" cy="3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51B8C6C-84F8-23FC-0C49-4BF66C543AB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121806" y="538989"/>
                  <a:ext cx="105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EC78A83-86AD-0CFF-EB3E-84C8FE021FF5}"/>
                    </a:ext>
                  </a:extLst>
                </p14:cNvPr>
                <p14:cNvContentPartPr/>
                <p14:nvPr/>
              </p14:nvContentPartPr>
              <p14:xfrm>
                <a:off x="6145566" y="513069"/>
                <a:ext cx="78840" cy="1389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EC78A83-86AD-0CFF-EB3E-84C8FE021FF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139446" y="506949"/>
                  <a:ext cx="91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D83F60D-967D-6964-49DB-3AD8BA80666C}"/>
                    </a:ext>
                  </a:extLst>
                </p14:cNvPr>
                <p14:cNvContentPartPr/>
                <p14:nvPr/>
              </p14:nvContentPartPr>
              <p14:xfrm>
                <a:off x="6209646" y="541149"/>
                <a:ext cx="182520" cy="1504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D83F60D-967D-6964-49DB-3AD8BA80666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203526" y="535029"/>
                  <a:ext cx="1947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F9DE6E8-D7F3-5247-B07A-08CA58543AB8}"/>
                    </a:ext>
                  </a:extLst>
                </p14:cNvPr>
                <p14:cNvContentPartPr/>
                <p14:nvPr/>
              </p14:nvContentPartPr>
              <p14:xfrm>
                <a:off x="5189046" y="236589"/>
                <a:ext cx="247320" cy="1857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F9DE6E8-D7F3-5247-B07A-08CA58543AB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182926" y="230469"/>
                  <a:ext cx="259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E0DC669-AE10-5C4C-3FA5-2F84713E6565}"/>
                    </a:ext>
                  </a:extLst>
                </p14:cNvPr>
                <p14:cNvContentPartPr/>
                <p14:nvPr/>
              </p14:nvContentPartPr>
              <p14:xfrm>
                <a:off x="5393166" y="183309"/>
                <a:ext cx="141120" cy="208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E0DC669-AE10-5C4C-3FA5-2F84713E656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387046" y="177189"/>
                  <a:ext cx="153360" cy="22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29292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CCA6CB-90CC-2A95-A242-6DA37344BA42}"/>
              </a:ext>
            </a:extLst>
          </p:cNvPr>
          <p:cNvSpPr/>
          <p:nvPr/>
        </p:nvSpPr>
        <p:spPr>
          <a:xfrm>
            <a:off x="137160" y="271689"/>
            <a:ext cx="4562856" cy="2862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195CE1-5E0F-5BA1-AEC3-84F5500E5528}"/>
              </a:ext>
            </a:extLst>
          </p:cNvPr>
          <p:cNvCxnSpPr>
            <a:cxnSpLocks/>
          </p:cNvCxnSpPr>
          <p:nvPr/>
        </p:nvCxnSpPr>
        <p:spPr>
          <a:xfrm>
            <a:off x="137160" y="655737"/>
            <a:ext cx="45628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Message Icon Vector Art, Icons, and Graphics for Free Download">
            <a:extLst>
              <a:ext uri="{FF2B5EF4-FFF2-40B4-BE49-F238E27FC236}">
                <a16:creationId xmlns:a16="http://schemas.microsoft.com/office/drawing/2014/main" id="{2138B013-DCBE-4BB8-6298-EEE87AE8E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653" y="282548"/>
            <a:ext cx="362331" cy="36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0B0A7F6-2F9C-B53B-D090-12CA2637F871}"/>
              </a:ext>
            </a:extLst>
          </p:cNvPr>
          <p:cNvSpPr/>
          <p:nvPr/>
        </p:nvSpPr>
        <p:spPr>
          <a:xfrm>
            <a:off x="4352544" y="194825"/>
            <a:ext cx="219456" cy="22859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6C192-061D-9BF1-4929-442F70A6CE6B}"/>
              </a:ext>
            </a:extLst>
          </p:cNvPr>
          <p:cNvSpPr/>
          <p:nvPr/>
        </p:nvSpPr>
        <p:spPr>
          <a:xfrm>
            <a:off x="4824984" y="271689"/>
            <a:ext cx="4562856" cy="2862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5D4A6-5A63-7B9F-583C-D61572F089CD}"/>
              </a:ext>
            </a:extLst>
          </p:cNvPr>
          <p:cNvCxnSpPr>
            <a:cxnSpLocks/>
          </p:cNvCxnSpPr>
          <p:nvPr/>
        </p:nvCxnSpPr>
        <p:spPr>
          <a:xfrm>
            <a:off x="4824984" y="612684"/>
            <a:ext cx="45628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634BB1E-B9D2-7AC0-547F-C0CF06B620FD}"/>
              </a:ext>
            </a:extLst>
          </p:cNvPr>
          <p:cNvSpPr txBox="1"/>
          <p:nvPr/>
        </p:nvSpPr>
        <p:spPr>
          <a:xfrm>
            <a:off x="411480" y="3666744"/>
            <a:ext cx="10055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a msg is read -&gt; change status of the database to read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586D95-5FC5-520D-6F4A-8A6205EA3879}"/>
              </a:ext>
            </a:extLst>
          </p:cNvPr>
          <p:cNvSpPr txBox="1"/>
          <p:nvPr/>
        </p:nvSpPr>
        <p:spPr>
          <a:xfrm>
            <a:off x="411480" y="4277987"/>
            <a:ext cx="5440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needed in database – messages</a:t>
            </a:r>
          </a:p>
          <a:p>
            <a:r>
              <a:rPr lang="en-US" dirty="0"/>
              <a:t>1. </a:t>
            </a:r>
            <a:r>
              <a:rPr lang="en-US" dirty="0" err="1"/>
              <a:t>Uuid</a:t>
            </a:r>
            <a:r>
              <a:rPr lang="en-US" dirty="0"/>
              <a:t> (each one for a message)</a:t>
            </a:r>
          </a:p>
          <a:p>
            <a:r>
              <a:rPr lang="en-US" dirty="0"/>
              <a:t>2. </a:t>
            </a:r>
            <a:r>
              <a:rPr lang="en-US" dirty="0" err="1"/>
              <a:t>order_id</a:t>
            </a:r>
            <a:r>
              <a:rPr lang="en-US" dirty="0"/>
              <a:t> (as the message </a:t>
            </a:r>
            <a:r>
              <a:rPr lang="en-US" dirty="0" err="1"/>
              <a:t>roomid</a:t>
            </a:r>
            <a:r>
              <a:rPr lang="en-US" dirty="0"/>
              <a:t>)</a:t>
            </a:r>
          </a:p>
          <a:p>
            <a:r>
              <a:rPr lang="en-US" dirty="0"/>
              <a:t>3. </a:t>
            </a:r>
            <a:r>
              <a:rPr lang="en-US" dirty="0" err="1"/>
              <a:t>sender_id</a:t>
            </a:r>
            <a:r>
              <a:rPr lang="en-US" dirty="0"/>
              <a:t> </a:t>
            </a:r>
          </a:p>
          <a:p>
            <a:r>
              <a:rPr lang="en-US" dirty="0"/>
              <a:t>4. </a:t>
            </a:r>
            <a:r>
              <a:rPr lang="en-US" dirty="0" err="1"/>
              <a:t>receiver_id</a:t>
            </a:r>
            <a:endParaRPr lang="en-US" dirty="0"/>
          </a:p>
          <a:p>
            <a:r>
              <a:rPr lang="en-US" dirty="0"/>
              <a:t>5. Message</a:t>
            </a:r>
          </a:p>
          <a:p>
            <a:r>
              <a:rPr lang="en-US" dirty="0"/>
              <a:t>6. Status -&gt; read / unread (only need to check for the seller)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56F78A-97B3-1D1F-2B3A-49619B4869E6}"/>
              </a:ext>
            </a:extLst>
          </p:cNvPr>
          <p:cNvSpPr txBox="1"/>
          <p:nvPr/>
        </p:nvSpPr>
        <p:spPr>
          <a:xfrm>
            <a:off x="5783580" y="3133761"/>
            <a:ext cx="264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Setup protected route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763DD7-9F85-C62C-511C-6B4E0989EF21}"/>
              </a:ext>
            </a:extLst>
          </p:cNvPr>
          <p:cNvSpPr txBox="1"/>
          <p:nvPr/>
        </p:nvSpPr>
        <p:spPr>
          <a:xfrm>
            <a:off x="6214872" y="4277986"/>
            <a:ext cx="5440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Policy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Only </a:t>
            </a:r>
            <a:r>
              <a:rPr lang="en-US" dirty="0" err="1">
                <a:sym typeface="Wingdings" panose="05000000000000000000" pitchFamily="2" charset="2"/>
              </a:rPr>
              <a:t>sender_id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 err="1">
                <a:sym typeface="Wingdings" panose="05000000000000000000" pitchFamily="2" charset="2"/>
              </a:rPr>
              <a:t>receiver_id</a:t>
            </a:r>
            <a:r>
              <a:rPr lang="en-US" dirty="0">
                <a:sym typeface="Wingdings" panose="05000000000000000000" pitchFamily="2" charset="2"/>
              </a:rPr>
              <a:t> can read the message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 err="1">
                <a:sym typeface="Wingdings" panose="05000000000000000000" pitchFamily="2" charset="2"/>
              </a:rPr>
              <a:t>Sender_id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 err="1">
                <a:sym typeface="Wingdings" panose="05000000000000000000" pitchFamily="2" charset="2"/>
              </a:rPr>
              <a:t>receiver_id</a:t>
            </a:r>
            <a:r>
              <a:rPr lang="en-US" dirty="0">
                <a:sym typeface="Wingdings" panose="05000000000000000000" pitchFamily="2" charset="2"/>
              </a:rPr>
              <a:t> must be existing acc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They must also be one of the seller / buyer of the order (select 1 from orders…)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B49F27-0202-E08F-4086-9BC83BC75E87}"/>
              </a:ext>
            </a:extLst>
          </p:cNvPr>
          <p:cNvSpPr/>
          <p:nvPr/>
        </p:nvSpPr>
        <p:spPr>
          <a:xfrm>
            <a:off x="9720072" y="1690699"/>
            <a:ext cx="2215896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paddles</a:t>
            </a:r>
          </a:p>
        </p:txBody>
      </p:sp>
      <p:pic>
        <p:nvPicPr>
          <p:cNvPr id="17" name="Picture 2" descr="Message Icon Vector Art, Icons, and Graphics for Free Download">
            <a:extLst>
              <a:ext uri="{FF2B5EF4-FFF2-40B4-BE49-F238E27FC236}">
                <a16:creationId xmlns:a16="http://schemas.microsoft.com/office/drawing/2014/main" id="{0AD35763-E0B7-EB4D-71CC-B2355CBC8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386" y="1702725"/>
            <a:ext cx="362331" cy="36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2B7999C-C711-B1B2-062A-3C397B7B3683}"/>
              </a:ext>
            </a:extLst>
          </p:cNvPr>
          <p:cNvSpPr txBox="1"/>
          <p:nvPr/>
        </p:nvSpPr>
        <p:spPr>
          <a:xfrm>
            <a:off x="9992487" y="2349067"/>
            <a:ext cx="1844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accessing chatroom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9AEF00F-75C9-9646-1F03-3FC40A44938A}"/>
              </a:ext>
            </a:extLst>
          </p:cNvPr>
          <p:cNvCxnSpPr/>
          <p:nvPr/>
        </p:nvCxnSpPr>
        <p:spPr>
          <a:xfrm>
            <a:off x="5824728" y="788568"/>
            <a:ext cx="0" cy="213055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778C5B3-9902-8AF7-F0DD-BBFC07DF862B}"/>
              </a:ext>
            </a:extLst>
          </p:cNvPr>
          <p:cNvSpPr txBox="1"/>
          <p:nvPr/>
        </p:nvSpPr>
        <p:spPr>
          <a:xfrm>
            <a:off x="4920998" y="776198"/>
            <a:ext cx="807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chatroom1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929D54-5CC7-7FAD-6C54-01D7E6D0E9CF}"/>
              </a:ext>
            </a:extLst>
          </p:cNvPr>
          <p:cNvSpPr txBox="1"/>
          <p:nvPr/>
        </p:nvSpPr>
        <p:spPr>
          <a:xfrm>
            <a:off x="4920998" y="1418725"/>
            <a:ext cx="807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chatroom2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8506163-5E2C-4921-04BD-FBBE9EC304E0}"/>
              </a:ext>
            </a:extLst>
          </p:cNvPr>
          <p:cNvSpPr/>
          <p:nvPr/>
        </p:nvSpPr>
        <p:spPr>
          <a:xfrm>
            <a:off x="6096000" y="868680"/>
            <a:ext cx="2938270" cy="202316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956BD0-FE15-529A-C6DB-6DA32B91891B}"/>
              </a:ext>
            </a:extLst>
          </p:cNvPr>
          <p:cNvSpPr/>
          <p:nvPr/>
        </p:nvSpPr>
        <p:spPr>
          <a:xfrm>
            <a:off x="6281928" y="1124712"/>
            <a:ext cx="1289304" cy="411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85EC9D0-C6FF-255E-A369-3CF76A310284}"/>
              </a:ext>
            </a:extLst>
          </p:cNvPr>
          <p:cNvSpPr/>
          <p:nvPr/>
        </p:nvSpPr>
        <p:spPr>
          <a:xfrm>
            <a:off x="7553611" y="1653576"/>
            <a:ext cx="1289304" cy="41148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BB60CA9-B258-43CA-6078-BBF18F5F01CD}"/>
              </a:ext>
            </a:extLst>
          </p:cNvPr>
          <p:cNvSpPr/>
          <p:nvPr/>
        </p:nvSpPr>
        <p:spPr>
          <a:xfrm>
            <a:off x="6281928" y="2337426"/>
            <a:ext cx="2147316" cy="411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6B4BEDA-B8F2-FF07-BFAB-B93F388F5A03}"/>
              </a:ext>
            </a:extLst>
          </p:cNvPr>
          <p:cNvSpPr/>
          <p:nvPr/>
        </p:nvSpPr>
        <p:spPr>
          <a:xfrm>
            <a:off x="8513064" y="2356453"/>
            <a:ext cx="422148" cy="411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C4C910-E260-E43A-8B08-17D20D64011A}"/>
              </a:ext>
            </a:extLst>
          </p:cNvPr>
          <p:cNvCxnSpPr/>
          <p:nvPr/>
        </p:nvCxnSpPr>
        <p:spPr>
          <a:xfrm>
            <a:off x="8935212" y="1124712"/>
            <a:ext cx="0" cy="121271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BD06509-8E8F-C082-ECAC-8FA4B3BB1951}"/>
              </a:ext>
            </a:extLst>
          </p:cNvPr>
          <p:cNvGrpSpPr/>
          <p:nvPr/>
        </p:nvGrpSpPr>
        <p:grpSpPr>
          <a:xfrm>
            <a:off x="10039824" y="2855376"/>
            <a:ext cx="1735200" cy="493920"/>
            <a:chOff x="10039824" y="2855376"/>
            <a:chExt cx="173520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72902D7-A296-E0D7-B895-A118B53043DA}"/>
                    </a:ext>
                  </a:extLst>
                </p14:cNvPr>
                <p14:cNvContentPartPr/>
                <p14:nvPr/>
              </p14:nvContentPartPr>
              <p14:xfrm>
                <a:off x="10039824" y="2855376"/>
                <a:ext cx="1208160" cy="155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72902D7-A296-E0D7-B895-A118B53043D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22184" y="2837376"/>
                  <a:ext cx="1243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E433182-21E7-EA8C-70D3-715D6FF5A6DD}"/>
                    </a:ext>
                  </a:extLst>
                </p14:cNvPr>
                <p14:cNvContentPartPr/>
                <p14:nvPr/>
              </p14:nvContentPartPr>
              <p14:xfrm>
                <a:off x="10350864" y="3218256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E433182-21E7-EA8C-70D3-715D6FF5A6D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33224" y="320061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53FDE3D-AE55-23EE-88B3-D7B12964CB5D}"/>
                    </a:ext>
                  </a:extLst>
                </p14:cNvPr>
                <p14:cNvContentPartPr/>
                <p14:nvPr/>
              </p14:nvContentPartPr>
              <p14:xfrm>
                <a:off x="10343664" y="3300696"/>
                <a:ext cx="7560" cy="43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53FDE3D-AE55-23EE-88B3-D7B12964CB5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25664" y="3282696"/>
                  <a:ext cx="43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1D23542-CEC3-E798-D6E3-FC2374FDA8B2}"/>
                    </a:ext>
                  </a:extLst>
                </p14:cNvPr>
                <p14:cNvContentPartPr/>
                <p14:nvPr/>
              </p14:nvContentPartPr>
              <p14:xfrm>
                <a:off x="10405584" y="3254976"/>
                <a:ext cx="95760" cy="94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1D23542-CEC3-E798-D6E3-FC2374FDA8B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87944" y="3237336"/>
                  <a:ext cx="131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4F45179-8D55-8394-C184-A86B536FB653}"/>
                    </a:ext>
                  </a:extLst>
                </p14:cNvPr>
                <p14:cNvContentPartPr/>
                <p14:nvPr/>
              </p14:nvContentPartPr>
              <p14:xfrm>
                <a:off x="10784664" y="3217896"/>
                <a:ext cx="107280" cy="84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4F45179-8D55-8394-C184-A86B536FB6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767024" y="3199896"/>
                  <a:ext cx="142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99DE1D-34BA-2DAF-E6E8-E988D978EB83}"/>
                    </a:ext>
                  </a:extLst>
                </p14:cNvPr>
                <p14:cNvContentPartPr/>
                <p14:nvPr/>
              </p14:nvContentPartPr>
              <p14:xfrm>
                <a:off x="10963224" y="3197736"/>
                <a:ext cx="118800" cy="78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99DE1D-34BA-2DAF-E6E8-E988D978EB8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945224" y="3180096"/>
                  <a:ext cx="154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FE9354-CEE9-E340-D35A-94DAAFE317A4}"/>
                    </a:ext>
                  </a:extLst>
                </p14:cNvPr>
                <p14:cNvContentPartPr/>
                <p14:nvPr/>
              </p14:nvContentPartPr>
              <p14:xfrm>
                <a:off x="11190744" y="3090456"/>
                <a:ext cx="138960" cy="175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FE9354-CEE9-E340-D35A-94DAAFE317A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173104" y="3072816"/>
                  <a:ext cx="1746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9553D14-1625-43E0-B9CF-03BFD560C02B}"/>
                    </a:ext>
                  </a:extLst>
                </p14:cNvPr>
                <p14:cNvContentPartPr/>
                <p14:nvPr/>
              </p14:nvContentPartPr>
              <p14:xfrm>
                <a:off x="11365344" y="3181536"/>
                <a:ext cx="124200" cy="122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9553D14-1625-43E0-B9CF-03BFD560C0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347344" y="3163536"/>
                  <a:ext cx="159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EF7F645-37B8-CB1F-3BB9-B3158DC5F2A3}"/>
                    </a:ext>
                  </a:extLst>
                </p14:cNvPr>
                <p14:cNvContentPartPr/>
                <p14:nvPr/>
              </p14:nvContentPartPr>
              <p14:xfrm>
                <a:off x="11520864" y="3188376"/>
                <a:ext cx="91080" cy="78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EF7F645-37B8-CB1F-3BB9-B3158DC5F2A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502864" y="3170736"/>
                  <a:ext cx="126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42B2D51-C180-F0AD-6B16-6820CFAEC325}"/>
                    </a:ext>
                  </a:extLst>
                </p14:cNvPr>
                <p14:cNvContentPartPr/>
                <p14:nvPr/>
              </p14:nvContentPartPr>
              <p14:xfrm>
                <a:off x="11658024" y="3190896"/>
                <a:ext cx="117000" cy="151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42B2D51-C180-F0AD-6B16-6820CFAEC32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640384" y="3172896"/>
                  <a:ext cx="15264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124B152-2943-EDB1-15A3-4562DA3B2C5E}"/>
              </a:ext>
            </a:extLst>
          </p:cNvPr>
          <p:cNvGrpSpPr/>
          <p:nvPr/>
        </p:nvGrpSpPr>
        <p:grpSpPr>
          <a:xfrm>
            <a:off x="10457064" y="3529296"/>
            <a:ext cx="1611720" cy="237960"/>
            <a:chOff x="10457064" y="3529296"/>
            <a:chExt cx="1611720" cy="2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DC7CCD-B6A9-E31B-1D1E-2DCE3C740891}"/>
                    </a:ext>
                  </a:extLst>
                </p14:cNvPr>
                <p14:cNvContentPartPr/>
                <p14:nvPr/>
              </p14:nvContentPartPr>
              <p14:xfrm>
                <a:off x="10457064" y="3566016"/>
                <a:ext cx="232560" cy="156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6DC7CCD-B6A9-E31B-1D1E-2DCE3C74089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39424" y="3548376"/>
                  <a:ext cx="268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61352CB-01EE-1E1B-30D3-8EF77869F065}"/>
                    </a:ext>
                  </a:extLst>
                </p14:cNvPr>
                <p14:cNvContentPartPr/>
                <p14:nvPr/>
              </p14:nvContentPartPr>
              <p14:xfrm>
                <a:off x="10917504" y="3566016"/>
                <a:ext cx="149760" cy="192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61352CB-01EE-1E1B-30D3-8EF77869F06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899864" y="3548376"/>
                  <a:ext cx="185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E6B6AA2-6D21-CD38-1738-3DF6A905F15C}"/>
                    </a:ext>
                  </a:extLst>
                </p14:cNvPr>
                <p14:cNvContentPartPr/>
                <p14:nvPr/>
              </p14:nvContentPartPr>
              <p14:xfrm>
                <a:off x="11190384" y="3622896"/>
                <a:ext cx="191520" cy="144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E6B6AA2-6D21-CD38-1738-3DF6A905F15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172384" y="3604896"/>
                  <a:ext cx="227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BD8EFC2-A7AC-AB66-3B25-31AF403D6D71}"/>
                    </a:ext>
                  </a:extLst>
                </p14:cNvPr>
                <p14:cNvContentPartPr/>
                <p14:nvPr/>
              </p14:nvContentPartPr>
              <p14:xfrm>
                <a:off x="11429784" y="3529296"/>
                <a:ext cx="34920" cy="237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BD8EFC2-A7AC-AB66-3B25-31AF403D6D7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412144" y="3511656"/>
                  <a:ext cx="705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CEB870B-0504-8A43-07AD-C932734B2526}"/>
                    </a:ext>
                  </a:extLst>
                </p14:cNvPr>
                <p14:cNvContentPartPr/>
                <p14:nvPr/>
              </p14:nvContentPartPr>
              <p14:xfrm>
                <a:off x="11637864" y="3588336"/>
                <a:ext cx="214920" cy="163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CEB870B-0504-8A43-07AD-C932734B252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620224" y="3570336"/>
                  <a:ext cx="250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278A792-9D75-7881-7925-2FBEEE3D000E}"/>
                    </a:ext>
                  </a:extLst>
                </p14:cNvPr>
                <p14:cNvContentPartPr/>
                <p14:nvPr/>
              </p14:nvContentPartPr>
              <p14:xfrm>
                <a:off x="11940624" y="3538656"/>
                <a:ext cx="128160" cy="175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278A792-9D75-7881-7925-2FBEEE3D000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922984" y="3521016"/>
                  <a:ext cx="163800" cy="2109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E7ECE66-1F71-64FD-8717-8E07325533A4}"/>
              </a:ext>
            </a:extLst>
          </p:cNvPr>
          <p:cNvCxnSpPr/>
          <p:nvPr/>
        </p:nvCxnSpPr>
        <p:spPr>
          <a:xfrm>
            <a:off x="5727190" y="982656"/>
            <a:ext cx="0" cy="121271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E314C41B-47AE-79E0-9CDE-AA635654C9D1}"/>
              </a:ext>
            </a:extLst>
          </p:cNvPr>
          <p:cNvGrpSpPr/>
          <p:nvPr/>
        </p:nvGrpSpPr>
        <p:grpSpPr>
          <a:xfrm>
            <a:off x="5760504" y="639936"/>
            <a:ext cx="5976360" cy="795960"/>
            <a:chOff x="5760504" y="639936"/>
            <a:chExt cx="5976360" cy="79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FF17030-EF3D-BAB2-E37F-61160AF9602A}"/>
                    </a:ext>
                  </a:extLst>
                </p14:cNvPr>
                <p14:cNvContentPartPr/>
                <p14:nvPr/>
              </p14:nvContentPartPr>
              <p14:xfrm>
                <a:off x="8979264" y="1169856"/>
                <a:ext cx="902160" cy="266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FF17030-EF3D-BAB2-E37F-61160AF9602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61264" y="1152216"/>
                  <a:ext cx="9378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859B7AA-46B2-61E9-C41B-BC981740DC71}"/>
                    </a:ext>
                  </a:extLst>
                </p14:cNvPr>
                <p14:cNvContentPartPr/>
                <p14:nvPr/>
              </p14:nvContentPartPr>
              <p14:xfrm>
                <a:off x="9774864" y="1051416"/>
                <a:ext cx="202680" cy="250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859B7AA-46B2-61E9-C41B-BC981740DC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56864" y="1033776"/>
                  <a:ext cx="2383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F8CABD6-0B45-1EE9-45F2-8AF65B372A6A}"/>
                    </a:ext>
                  </a:extLst>
                </p14:cNvPr>
                <p14:cNvContentPartPr/>
                <p14:nvPr/>
              </p14:nvContentPartPr>
              <p14:xfrm>
                <a:off x="10072224" y="895536"/>
                <a:ext cx="196560" cy="158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F8CABD6-0B45-1EE9-45F2-8AF65B372A6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054584" y="877896"/>
                  <a:ext cx="232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14B8E6-DD12-ED4C-1096-0790B1FB008B}"/>
                    </a:ext>
                  </a:extLst>
                </p14:cNvPr>
                <p14:cNvContentPartPr/>
                <p14:nvPr/>
              </p14:nvContentPartPr>
              <p14:xfrm>
                <a:off x="10247544" y="924336"/>
                <a:ext cx="164160" cy="182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14B8E6-DD12-ED4C-1096-0790B1FB008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229544" y="906336"/>
                  <a:ext cx="1998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13EF67E-9F95-881F-EA61-C11D10A2B187}"/>
                    </a:ext>
                  </a:extLst>
                </p14:cNvPr>
                <p14:cNvContentPartPr/>
                <p14:nvPr/>
              </p14:nvContentPartPr>
              <p14:xfrm>
                <a:off x="10441944" y="1003896"/>
                <a:ext cx="72720" cy="75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13EF67E-9F95-881F-EA61-C11D10A2B18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23944" y="986256"/>
                  <a:ext cx="108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0F228A0-B64E-AF22-2CBE-2837C008E5C0}"/>
                    </a:ext>
                  </a:extLst>
                </p14:cNvPr>
                <p14:cNvContentPartPr/>
                <p14:nvPr/>
              </p14:nvContentPartPr>
              <p14:xfrm>
                <a:off x="10554264" y="987336"/>
                <a:ext cx="63720" cy="94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0F228A0-B64E-AF22-2CBE-2837C008E5C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536264" y="969336"/>
                  <a:ext cx="99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32EDBD3-2BED-ECFD-218B-EDAE17C70D33}"/>
                    </a:ext>
                  </a:extLst>
                </p14:cNvPr>
                <p14:cNvContentPartPr/>
                <p14:nvPr/>
              </p14:nvContentPartPr>
              <p14:xfrm>
                <a:off x="10689264" y="914256"/>
                <a:ext cx="12960" cy="144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32EDBD3-2BED-ECFD-218B-EDAE17C70D3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671264" y="896616"/>
                  <a:ext cx="48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AA7DB88-5E8E-6D82-9CC1-272D31A5DA34}"/>
                    </a:ext>
                  </a:extLst>
                </p14:cNvPr>
                <p14:cNvContentPartPr/>
                <p14:nvPr/>
              </p14:nvContentPartPr>
              <p14:xfrm>
                <a:off x="10744344" y="895896"/>
                <a:ext cx="58320" cy="173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AA7DB88-5E8E-6D82-9CC1-272D31A5DA3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26344" y="878256"/>
                  <a:ext cx="939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A24744-82E0-13CF-70ED-51268EF852B2}"/>
                    </a:ext>
                  </a:extLst>
                </p14:cNvPr>
                <p14:cNvContentPartPr/>
                <p14:nvPr/>
              </p14:nvContentPartPr>
              <p14:xfrm>
                <a:off x="10990944" y="832176"/>
                <a:ext cx="176400" cy="185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A24744-82E0-13CF-70ED-51268EF852B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972944" y="814176"/>
                  <a:ext cx="212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5E63708-59B6-C305-1737-67344CB57845}"/>
                    </a:ext>
                  </a:extLst>
                </p14:cNvPr>
                <p14:cNvContentPartPr/>
                <p14:nvPr/>
              </p14:nvContentPartPr>
              <p14:xfrm>
                <a:off x="11181384" y="932616"/>
                <a:ext cx="160920" cy="82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5E63708-59B6-C305-1737-67344CB5784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163744" y="914616"/>
                  <a:ext cx="196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46C35C-EF13-38F2-85A2-12106DEF66C6}"/>
                    </a:ext>
                  </a:extLst>
                </p14:cNvPr>
                <p14:cNvContentPartPr/>
                <p14:nvPr/>
              </p14:nvContentPartPr>
              <p14:xfrm>
                <a:off x="11437704" y="930816"/>
                <a:ext cx="299160" cy="63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46C35C-EF13-38F2-85A2-12106DEF66C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420064" y="912816"/>
                  <a:ext cx="334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394A126-2F88-E78E-97C1-CD64C4EBAC93}"/>
                    </a:ext>
                  </a:extLst>
                </p14:cNvPr>
                <p14:cNvContentPartPr/>
                <p14:nvPr/>
              </p14:nvContentPartPr>
              <p14:xfrm>
                <a:off x="5760504" y="695016"/>
                <a:ext cx="4366080" cy="439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394A126-2F88-E78E-97C1-CD64C4EBAC9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42864" y="677016"/>
                  <a:ext cx="440172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F17E435-519F-F499-7C2A-6262E3B248AD}"/>
                    </a:ext>
                  </a:extLst>
                </p14:cNvPr>
                <p14:cNvContentPartPr/>
                <p14:nvPr/>
              </p14:nvContentPartPr>
              <p14:xfrm>
                <a:off x="9976104" y="639936"/>
                <a:ext cx="271080" cy="239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F17E435-519F-F499-7C2A-6262E3B248A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958104" y="621936"/>
                  <a:ext cx="30672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A14A7857-C546-C0C9-DDA6-EC576B60D937}"/>
              </a:ext>
            </a:extLst>
          </p:cNvPr>
          <p:cNvGrpSpPr/>
          <p:nvPr/>
        </p:nvGrpSpPr>
        <p:grpSpPr>
          <a:xfrm>
            <a:off x="446184" y="70776"/>
            <a:ext cx="341280" cy="360360"/>
            <a:chOff x="446184" y="70776"/>
            <a:chExt cx="341280" cy="3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025" name="Ink 1024">
                  <a:extLst>
                    <a:ext uri="{FF2B5EF4-FFF2-40B4-BE49-F238E27FC236}">
                      <a16:creationId xmlns:a16="http://schemas.microsoft.com/office/drawing/2014/main" id="{345071D8-B21D-75B8-5B71-252D5FDE6EBF}"/>
                    </a:ext>
                  </a:extLst>
                </p14:cNvPr>
                <p14:cNvContentPartPr/>
                <p14:nvPr/>
              </p14:nvContentPartPr>
              <p14:xfrm>
                <a:off x="612504" y="164376"/>
                <a:ext cx="18720" cy="165240"/>
              </p14:xfrm>
            </p:contentPart>
          </mc:Choice>
          <mc:Fallback xmlns=""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345071D8-B21D-75B8-5B71-252D5FDE6EB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6384" y="158256"/>
                  <a:ext cx="30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56F46FFB-E2B6-A864-3CE3-3C2676F86BB6}"/>
                    </a:ext>
                  </a:extLst>
                </p14:cNvPr>
                <p14:cNvContentPartPr/>
                <p14:nvPr/>
              </p14:nvContentPartPr>
              <p14:xfrm>
                <a:off x="446184" y="70776"/>
                <a:ext cx="341280" cy="360360"/>
              </p14:xfrm>
            </p:contentPart>
          </mc:Choice>
          <mc:Fallback xmlns=""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56F46FFB-E2B6-A864-3CE3-3C2676F86BB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0064" y="64656"/>
                  <a:ext cx="353520" cy="37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3" name="Group 1072">
            <a:extLst>
              <a:ext uri="{FF2B5EF4-FFF2-40B4-BE49-F238E27FC236}">
                <a16:creationId xmlns:a16="http://schemas.microsoft.com/office/drawing/2014/main" id="{A5BD5A39-7E41-4FED-B725-8DC84BC934FB}"/>
              </a:ext>
            </a:extLst>
          </p:cNvPr>
          <p:cNvGrpSpPr/>
          <p:nvPr/>
        </p:nvGrpSpPr>
        <p:grpSpPr>
          <a:xfrm>
            <a:off x="374904" y="756936"/>
            <a:ext cx="5459040" cy="2863440"/>
            <a:chOff x="374904" y="756936"/>
            <a:chExt cx="5459040" cy="28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357DA39B-D0BF-19BB-2E0D-23530D9CEEEB}"/>
                    </a:ext>
                  </a:extLst>
                </p14:cNvPr>
                <p14:cNvContentPartPr/>
                <p14:nvPr/>
              </p14:nvContentPartPr>
              <p14:xfrm>
                <a:off x="4205304" y="832176"/>
                <a:ext cx="431640" cy="49572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357DA39B-D0BF-19BB-2E0D-23530D9CEEE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99184" y="826056"/>
                  <a:ext cx="44388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04D01A5B-93C9-4556-2728-DDFF36DDDC7F}"/>
                    </a:ext>
                  </a:extLst>
                </p14:cNvPr>
                <p14:cNvContentPartPr/>
                <p14:nvPr/>
              </p14:nvContentPartPr>
              <p14:xfrm>
                <a:off x="4568904" y="1215936"/>
                <a:ext cx="84960" cy="16200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04D01A5B-93C9-4556-2728-DDFF36DDDC7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562784" y="1209816"/>
                  <a:ext cx="97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BE55DC2B-5E53-13C0-DE16-415FB33EEB87}"/>
                    </a:ext>
                  </a:extLst>
                </p14:cNvPr>
                <p14:cNvContentPartPr/>
                <p14:nvPr/>
              </p14:nvContentPartPr>
              <p14:xfrm>
                <a:off x="4835304" y="756936"/>
                <a:ext cx="816840" cy="136692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BE55DC2B-5E53-13C0-DE16-415FB33EEB8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29184" y="750816"/>
                  <a:ext cx="829080" cy="13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CB972051-45EE-2AA7-F298-DAFC36B3C453}"/>
                    </a:ext>
                  </a:extLst>
                </p14:cNvPr>
                <p14:cNvContentPartPr/>
                <p14:nvPr/>
              </p14:nvContentPartPr>
              <p14:xfrm>
                <a:off x="4806144" y="2397096"/>
                <a:ext cx="144000" cy="12852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CB972051-45EE-2AA7-F298-DAFC36B3C45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800024" y="2390976"/>
                  <a:ext cx="156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E0B4A722-B31F-E202-6CAE-6A538D7FA38A}"/>
                    </a:ext>
                  </a:extLst>
                </p14:cNvPr>
                <p14:cNvContentPartPr/>
                <p14:nvPr/>
              </p14:nvContentPartPr>
              <p14:xfrm>
                <a:off x="4679784" y="2312496"/>
                <a:ext cx="378360" cy="349200"/>
              </p14:xfrm>
            </p:contentPart>
          </mc:Choice>
          <mc:Fallback xmlns=""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E0B4A722-B31F-E202-6CAE-6A538D7FA38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673664" y="2306376"/>
                  <a:ext cx="3906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471621AC-3625-4B18-AEB3-F2F5ADD4CC32}"/>
                    </a:ext>
                  </a:extLst>
                </p14:cNvPr>
                <p14:cNvContentPartPr/>
                <p14:nvPr/>
              </p14:nvContentPartPr>
              <p14:xfrm>
                <a:off x="1279944" y="2623896"/>
                <a:ext cx="218880" cy="34308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471621AC-3625-4B18-AEB3-F2F5ADD4CC3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273824" y="2617776"/>
                  <a:ext cx="2311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6ADC05CF-0233-DA91-9722-2E9EAF911F2C}"/>
                    </a:ext>
                  </a:extLst>
                </p14:cNvPr>
                <p14:cNvContentPartPr/>
                <p14:nvPr/>
              </p14:nvContentPartPr>
              <p14:xfrm>
                <a:off x="1417104" y="2852856"/>
                <a:ext cx="164520" cy="9360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6ADC05CF-0233-DA91-9722-2E9EAF911F2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410984" y="2846736"/>
                  <a:ext cx="176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F8F68E0A-A8DE-4ECC-C342-520D8286B7F9}"/>
                    </a:ext>
                  </a:extLst>
                </p14:cNvPr>
                <p14:cNvContentPartPr/>
                <p14:nvPr/>
              </p14:nvContentPartPr>
              <p14:xfrm>
                <a:off x="1597824" y="2786976"/>
                <a:ext cx="204840" cy="18684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F8F68E0A-A8DE-4ECC-C342-520D8286B7F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591704" y="2780856"/>
                  <a:ext cx="217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98E8ECED-763B-D004-C197-34A7BB3E68F3}"/>
                    </a:ext>
                  </a:extLst>
                </p14:cNvPr>
                <p14:cNvContentPartPr/>
                <p14:nvPr/>
              </p14:nvContentPartPr>
              <p14:xfrm>
                <a:off x="1773504" y="2806776"/>
                <a:ext cx="344880" cy="14760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98E8ECED-763B-D004-C197-34A7BB3E68F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67384" y="2800656"/>
                  <a:ext cx="3571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366458C5-9668-7366-0A65-998AE4E04058}"/>
                    </a:ext>
                  </a:extLst>
                </p14:cNvPr>
                <p14:cNvContentPartPr/>
                <p14:nvPr/>
              </p14:nvContentPartPr>
              <p14:xfrm>
                <a:off x="2065824" y="2688336"/>
                <a:ext cx="232560" cy="25704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366458C5-9668-7366-0A65-998AE4E0405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059704" y="2682216"/>
                  <a:ext cx="2448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3DC3FA77-D9B9-A1B6-2723-D03A613877AD}"/>
                    </a:ext>
                  </a:extLst>
                </p14:cNvPr>
                <p14:cNvContentPartPr/>
                <p14:nvPr/>
              </p14:nvContentPartPr>
              <p14:xfrm>
                <a:off x="1589184" y="2980656"/>
                <a:ext cx="164160" cy="20268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3DC3FA77-D9B9-A1B6-2723-D03A613877A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583064" y="2974536"/>
                  <a:ext cx="1764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77F6B5CE-CB4B-D89B-D481-2636DDF19F59}"/>
                    </a:ext>
                  </a:extLst>
                </p14:cNvPr>
                <p14:cNvContentPartPr/>
                <p14:nvPr/>
              </p14:nvContentPartPr>
              <p14:xfrm>
                <a:off x="1831464" y="3117816"/>
                <a:ext cx="88560" cy="7560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77F6B5CE-CB4B-D89B-D481-2636DDF19F5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825344" y="3111696"/>
                  <a:ext cx="100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093715A9-B633-CF7D-C51F-2EE4928BA27D}"/>
                    </a:ext>
                  </a:extLst>
                </p14:cNvPr>
                <p14:cNvContentPartPr/>
                <p14:nvPr/>
              </p14:nvContentPartPr>
              <p14:xfrm>
                <a:off x="2105064" y="3135816"/>
                <a:ext cx="525240" cy="18036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093715A9-B633-CF7D-C51F-2EE4928BA27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98944" y="3129696"/>
                  <a:ext cx="537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CB30D904-DC73-2831-DA0A-1342285085AE}"/>
                    </a:ext>
                  </a:extLst>
                </p14:cNvPr>
                <p14:cNvContentPartPr/>
                <p14:nvPr/>
              </p14:nvContentPartPr>
              <p14:xfrm>
                <a:off x="5367384" y="2505456"/>
                <a:ext cx="385920" cy="77436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CB30D904-DC73-2831-DA0A-1342285085A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361264" y="2499336"/>
                  <a:ext cx="398160" cy="7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8E4FAC05-62B5-FE90-63C2-13665F865BE3}"/>
                    </a:ext>
                  </a:extLst>
                </p14:cNvPr>
                <p14:cNvContentPartPr/>
                <p14:nvPr/>
              </p14:nvContentPartPr>
              <p14:xfrm>
                <a:off x="5680584" y="3163896"/>
                <a:ext cx="123840" cy="18612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8E4FAC05-62B5-FE90-63C2-13665F865BE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674464" y="3157776"/>
                  <a:ext cx="136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BB3C2ECA-70D7-D0A1-66EA-35409919B3C1}"/>
                    </a:ext>
                  </a:extLst>
                </p14:cNvPr>
                <p14:cNvContentPartPr/>
                <p14:nvPr/>
              </p14:nvContentPartPr>
              <p14:xfrm>
                <a:off x="2724624" y="2870856"/>
                <a:ext cx="3109320" cy="72216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BB3C2ECA-70D7-D0A1-66EA-35409919B3C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718504" y="2864736"/>
                  <a:ext cx="312156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9D69599E-EF22-3818-D3EF-76B6D07585E9}"/>
                    </a:ext>
                  </a:extLst>
                </p14:cNvPr>
                <p14:cNvContentPartPr/>
                <p14:nvPr/>
              </p14:nvContentPartPr>
              <p14:xfrm>
                <a:off x="2665224" y="2797776"/>
                <a:ext cx="348480" cy="26352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9D69599E-EF22-3818-D3EF-76B6D07585E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659104" y="2791656"/>
                  <a:ext cx="3607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48046E5E-71DC-7762-A220-FF2533986D4B}"/>
                    </a:ext>
                  </a:extLst>
                </p14:cNvPr>
                <p14:cNvContentPartPr/>
                <p14:nvPr/>
              </p14:nvContentPartPr>
              <p14:xfrm>
                <a:off x="876384" y="2448576"/>
                <a:ext cx="275760" cy="44100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48046E5E-71DC-7762-A220-FF2533986D4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70264" y="2442456"/>
                  <a:ext cx="28800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970476AB-C252-F6DE-996A-E1E166EA93E7}"/>
                    </a:ext>
                  </a:extLst>
                </p14:cNvPr>
                <p14:cNvContentPartPr/>
                <p14:nvPr/>
              </p14:nvContentPartPr>
              <p14:xfrm>
                <a:off x="909144" y="1961136"/>
                <a:ext cx="203400" cy="15156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970476AB-C252-F6DE-996A-E1E166EA93E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03024" y="1955016"/>
                  <a:ext cx="215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B5715870-733B-C348-1183-10C18CD65049}"/>
                    </a:ext>
                  </a:extLst>
                </p14:cNvPr>
                <p14:cNvContentPartPr/>
                <p14:nvPr/>
              </p14:nvContentPartPr>
              <p14:xfrm>
                <a:off x="1051344" y="1996056"/>
                <a:ext cx="177840" cy="11844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B5715870-733B-C348-1183-10C18CD6504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45224" y="1989936"/>
                  <a:ext cx="190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55" name="Ink 1054">
                  <a:extLst>
                    <a:ext uri="{FF2B5EF4-FFF2-40B4-BE49-F238E27FC236}">
                      <a16:creationId xmlns:a16="http://schemas.microsoft.com/office/drawing/2014/main" id="{ABDD4491-8CF0-4A4C-402E-BA621231A52D}"/>
                    </a:ext>
                  </a:extLst>
                </p14:cNvPr>
                <p14:cNvContentPartPr/>
                <p14:nvPr/>
              </p14:nvContentPartPr>
              <p14:xfrm>
                <a:off x="1215864" y="1954296"/>
                <a:ext cx="175680" cy="30240"/>
              </p14:xfrm>
            </p:contentPart>
          </mc:Choice>
          <mc:Fallback xmlns="">
            <p:pic>
              <p:nvPicPr>
                <p:cNvPr id="1055" name="Ink 1054">
                  <a:extLst>
                    <a:ext uri="{FF2B5EF4-FFF2-40B4-BE49-F238E27FC236}">
                      <a16:creationId xmlns:a16="http://schemas.microsoft.com/office/drawing/2014/main" id="{ABDD4491-8CF0-4A4C-402E-BA621231A52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209744" y="1948176"/>
                  <a:ext cx="187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85DF98F3-4E76-C7A9-4160-14AC94E92983}"/>
                    </a:ext>
                  </a:extLst>
                </p14:cNvPr>
                <p14:cNvContentPartPr/>
                <p14:nvPr/>
              </p14:nvContentPartPr>
              <p14:xfrm>
                <a:off x="1362384" y="1965456"/>
                <a:ext cx="36720" cy="11592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85DF98F3-4E76-C7A9-4160-14AC94E9298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356264" y="1959336"/>
                  <a:ext cx="48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9E0F1013-82F0-252A-05EF-1ED562C2ECB7}"/>
                    </a:ext>
                  </a:extLst>
                </p14:cNvPr>
                <p14:cNvContentPartPr/>
                <p14:nvPr/>
              </p14:nvContentPartPr>
              <p14:xfrm>
                <a:off x="1544904" y="2004696"/>
                <a:ext cx="241920" cy="9432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9E0F1013-82F0-252A-05EF-1ED562C2ECB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538784" y="1998576"/>
                  <a:ext cx="254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33C5A5DA-90BB-5AC8-8889-E4718B9BD757}"/>
                    </a:ext>
                  </a:extLst>
                </p14:cNvPr>
                <p14:cNvContentPartPr/>
                <p14:nvPr/>
              </p14:nvContentPartPr>
              <p14:xfrm>
                <a:off x="1899504" y="1965456"/>
                <a:ext cx="77040" cy="13500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33C5A5DA-90BB-5AC8-8889-E4718B9BD75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893384" y="1959336"/>
                  <a:ext cx="89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260F420A-3AC3-C88A-90F9-FE2C87E8954D}"/>
                    </a:ext>
                  </a:extLst>
                </p14:cNvPr>
                <p14:cNvContentPartPr/>
                <p14:nvPr/>
              </p14:nvContentPartPr>
              <p14:xfrm>
                <a:off x="1859184" y="1982376"/>
                <a:ext cx="363240" cy="370080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260F420A-3AC3-C88A-90F9-FE2C87E8954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853064" y="1976256"/>
                  <a:ext cx="3754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EDC754B8-EDA1-E495-A621-1BBE605984E1}"/>
                    </a:ext>
                  </a:extLst>
                </p14:cNvPr>
                <p14:cNvContentPartPr/>
                <p14:nvPr/>
              </p14:nvContentPartPr>
              <p14:xfrm>
                <a:off x="2487024" y="2027376"/>
                <a:ext cx="81360" cy="8352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EDC754B8-EDA1-E495-A621-1BBE605984E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480904" y="2021256"/>
                  <a:ext cx="93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7CC89FD2-C57A-EF23-10B0-9F62772EBEF3}"/>
                    </a:ext>
                  </a:extLst>
                </p14:cNvPr>
                <p14:cNvContentPartPr/>
                <p14:nvPr/>
              </p14:nvContentPartPr>
              <p14:xfrm>
                <a:off x="2615184" y="2001816"/>
                <a:ext cx="134640" cy="12960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7CC89FD2-C57A-EF23-10B0-9F62772EBEF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609064" y="1995696"/>
                  <a:ext cx="146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63" name="Ink 1062">
                  <a:extLst>
                    <a:ext uri="{FF2B5EF4-FFF2-40B4-BE49-F238E27FC236}">
                      <a16:creationId xmlns:a16="http://schemas.microsoft.com/office/drawing/2014/main" id="{78ABB77D-61C9-38B4-F95E-05B6AC73085B}"/>
                    </a:ext>
                  </a:extLst>
                </p14:cNvPr>
                <p14:cNvContentPartPr/>
                <p14:nvPr/>
              </p14:nvContentPartPr>
              <p14:xfrm>
                <a:off x="2804904" y="1993176"/>
                <a:ext cx="162720" cy="118080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78ABB77D-61C9-38B4-F95E-05B6AC73085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798784" y="1987056"/>
                  <a:ext cx="174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4BB30434-13C3-ABC8-27E0-95CA741F03EE}"/>
                    </a:ext>
                  </a:extLst>
                </p14:cNvPr>
                <p14:cNvContentPartPr/>
                <p14:nvPr/>
              </p14:nvContentPartPr>
              <p14:xfrm>
                <a:off x="3045024" y="1892736"/>
                <a:ext cx="11160" cy="22212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4BB30434-13C3-ABC8-27E0-95CA741F03E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038904" y="1886616"/>
                  <a:ext cx="234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6B70F8B4-F388-C10D-23ED-092FA09F59C1}"/>
                    </a:ext>
                  </a:extLst>
                </p14:cNvPr>
                <p14:cNvContentPartPr/>
                <p14:nvPr/>
              </p14:nvContentPartPr>
              <p14:xfrm>
                <a:off x="3136104" y="1974816"/>
                <a:ext cx="52920" cy="36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6B70F8B4-F388-C10D-23ED-092FA09F59C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129984" y="1968696"/>
                  <a:ext cx="65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4652D138-417F-8298-E324-929E3501DB0B}"/>
                    </a:ext>
                  </a:extLst>
                </p14:cNvPr>
                <p14:cNvContentPartPr/>
                <p14:nvPr/>
              </p14:nvContentPartPr>
              <p14:xfrm>
                <a:off x="3182544" y="1911096"/>
                <a:ext cx="17640" cy="15084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4652D138-417F-8298-E324-929E3501DB0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176424" y="1904976"/>
                  <a:ext cx="29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62065D0E-6944-D1BD-1FE9-49D9A6BD526C}"/>
                    </a:ext>
                  </a:extLst>
                </p14:cNvPr>
                <p14:cNvContentPartPr/>
                <p14:nvPr/>
              </p14:nvContentPartPr>
              <p14:xfrm>
                <a:off x="3254904" y="1929456"/>
                <a:ext cx="360" cy="36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62065D0E-6944-D1BD-1FE9-49D9A6BD526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248784" y="192333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68" name="Ink 1067">
                  <a:extLst>
                    <a:ext uri="{FF2B5EF4-FFF2-40B4-BE49-F238E27FC236}">
                      <a16:creationId xmlns:a16="http://schemas.microsoft.com/office/drawing/2014/main" id="{DA06C750-64BA-F296-3CAF-5CD8959BF1B2}"/>
                    </a:ext>
                  </a:extLst>
                </p14:cNvPr>
                <p14:cNvContentPartPr/>
                <p14:nvPr/>
              </p14:nvContentPartPr>
              <p14:xfrm>
                <a:off x="3264264" y="1956816"/>
                <a:ext cx="360" cy="100080"/>
              </p14:xfrm>
            </p:contentPart>
          </mc:Choice>
          <mc:Fallback xmlns=""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DA06C750-64BA-F296-3CAF-5CD8959BF1B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258144" y="1950696"/>
                  <a:ext cx="126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69" name="Ink 1068">
                  <a:extLst>
                    <a:ext uri="{FF2B5EF4-FFF2-40B4-BE49-F238E27FC236}">
                      <a16:creationId xmlns:a16="http://schemas.microsoft.com/office/drawing/2014/main" id="{F0C44B03-25AD-070A-62A5-BF8C44FF375B}"/>
                    </a:ext>
                  </a:extLst>
                </p14:cNvPr>
                <p14:cNvContentPartPr/>
                <p14:nvPr/>
              </p14:nvContentPartPr>
              <p14:xfrm>
                <a:off x="3336984" y="1969056"/>
                <a:ext cx="111240" cy="62640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F0C44B03-25AD-070A-62A5-BF8C44FF375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330864" y="1962936"/>
                  <a:ext cx="123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70" name="Ink 1069">
                  <a:extLst>
                    <a:ext uri="{FF2B5EF4-FFF2-40B4-BE49-F238E27FC236}">
                      <a16:creationId xmlns:a16="http://schemas.microsoft.com/office/drawing/2014/main" id="{0B365794-D0F5-170D-A603-B354296DE8F5}"/>
                    </a:ext>
                  </a:extLst>
                </p14:cNvPr>
                <p14:cNvContentPartPr/>
                <p14:nvPr/>
              </p14:nvContentPartPr>
              <p14:xfrm>
                <a:off x="3492864" y="1945296"/>
                <a:ext cx="172440" cy="259200"/>
              </p14:xfrm>
            </p:contentPart>
          </mc:Choice>
          <mc:Fallback xmlns=""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0B365794-D0F5-170D-A603-B354296DE8F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486744" y="1939176"/>
                  <a:ext cx="184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71" name="Ink 1070">
                  <a:extLst>
                    <a:ext uri="{FF2B5EF4-FFF2-40B4-BE49-F238E27FC236}">
                      <a16:creationId xmlns:a16="http://schemas.microsoft.com/office/drawing/2014/main" id="{BDBEBE99-D8B3-3BF2-20DF-DCBBC299A775}"/>
                    </a:ext>
                  </a:extLst>
                </p14:cNvPr>
                <p14:cNvContentPartPr/>
                <p14:nvPr/>
              </p14:nvContentPartPr>
              <p14:xfrm>
                <a:off x="410544" y="2018736"/>
                <a:ext cx="513000" cy="1462680"/>
              </p14:xfrm>
            </p:contentPart>
          </mc:Choice>
          <mc:Fallback xmlns=""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BDBEBE99-D8B3-3BF2-20DF-DCBBC299A77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04424" y="2012616"/>
                  <a:ext cx="525240" cy="14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005942A7-8D9D-3692-5BEA-1A76376325A7}"/>
                    </a:ext>
                  </a:extLst>
                </p14:cNvPr>
                <p14:cNvContentPartPr/>
                <p14:nvPr/>
              </p14:nvContentPartPr>
              <p14:xfrm>
                <a:off x="374904" y="3437856"/>
                <a:ext cx="236160" cy="18252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005942A7-8D9D-3692-5BEA-1A76376325A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8784" y="3431736"/>
                  <a:ext cx="24840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74" name="Ink 1073">
                <a:extLst>
                  <a:ext uri="{FF2B5EF4-FFF2-40B4-BE49-F238E27FC236}">
                    <a16:creationId xmlns:a16="http://schemas.microsoft.com/office/drawing/2014/main" id="{FC52FD52-8AD2-DBA9-A5DB-8935B32D1193}"/>
                  </a:ext>
                </a:extLst>
              </p14:cNvPr>
              <p14:cNvContentPartPr/>
              <p14:nvPr/>
            </p14:nvContentPartPr>
            <p14:xfrm>
              <a:off x="8684784" y="3036816"/>
              <a:ext cx="1181880" cy="1526400"/>
            </p14:xfrm>
          </p:contentPart>
        </mc:Choice>
        <mc:Fallback xmlns="">
          <p:pic>
            <p:nvPicPr>
              <p:cNvPr id="1074" name="Ink 1073">
                <a:extLst>
                  <a:ext uri="{FF2B5EF4-FFF2-40B4-BE49-F238E27FC236}">
                    <a16:creationId xmlns:a16="http://schemas.microsoft.com/office/drawing/2014/main" id="{FC52FD52-8AD2-DBA9-A5DB-8935B32D1193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678664" y="3030696"/>
                <a:ext cx="1194120" cy="153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E932536A-BEC6-7079-3423-397E1D69A37F}"/>
              </a:ext>
            </a:extLst>
          </p:cNvPr>
          <p:cNvGrpSpPr/>
          <p:nvPr/>
        </p:nvGrpSpPr>
        <p:grpSpPr>
          <a:xfrm>
            <a:off x="9271944" y="2020536"/>
            <a:ext cx="401040" cy="220680"/>
            <a:chOff x="9271944" y="2020536"/>
            <a:chExt cx="40104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DBD769B6-947B-B09C-F123-27A22CCF6E69}"/>
                    </a:ext>
                  </a:extLst>
                </p14:cNvPr>
                <p14:cNvContentPartPr/>
                <p14:nvPr/>
              </p14:nvContentPartPr>
              <p14:xfrm>
                <a:off x="9271944" y="2055456"/>
                <a:ext cx="362520" cy="54720"/>
              </p14:xfrm>
            </p:contentPart>
          </mc:Choice>
          <mc:Fallback xmlns=""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DBD769B6-947B-B09C-F123-27A22CCF6E6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265824" y="2049336"/>
                  <a:ext cx="374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76" name="Ink 1075">
                  <a:extLst>
                    <a:ext uri="{FF2B5EF4-FFF2-40B4-BE49-F238E27FC236}">
                      <a16:creationId xmlns:a16="http://schemas.microsoft.com/office/drawing/2014/main" id="{A4D4B2F7-58AA-EA58-EEE1-726030BB0F03}"/>
                    </a:ext>
                  </a:extLst>
                </p14:cNvPr>
                <p14:cNvContentPartPr/>
                <p14:nvPr/>
              </p14:nvContentPartPr>
              <p14:xfrm>
                <a:off x="9579744" y="2020536"/>
                <a:ext cx="93240" cy="220680"/>
              </p14:xfrm>
            </p:contentPart>
          </mc:Choice>
          <mc:Fallback xmlns=""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A4D4B2F7-58AA-EA58-EEE1-726030BB0F0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73624" y="2014416"/>
                  <a:ext cx="105480" cy="23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9838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1DA4F9-F864-A531-9793-89102DDD0460}"/>
              </a:ext>
            </a:extLst>
          </p:cNvPr>
          <p:cNvSpPr txBox="1"/>
          <p:nvPr/>
        </p:nvSpPr>
        <p:spPr>
          <a:xfrm>
            <a:off x="691896" y="237744"/>
            <a:ext cx="54041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message on header</a:t>
            </a:r>
          </a:p>
          <a:p>
            <a:r>
              <a:rPr lang="en-US" dirty="0"/>
              <a:t>New message on </a:t>
            </a:r>
            <a:r>
              <a:rPr lang="en-US" dirty="0" err="1"/>
              <a:t>chatbox</a:t>
            </a:r>
            <a:r>
              <a:rPr lang="en-US" dirty="0"/>
              <a:t> side bar</a:t>
            </a:r>
          </a:p>
          <a:p>
            <a:r>
              <a:rPr lang="en-US" dirty="0"/>
              <a:t>Arrange sidebar (only when reloaded)</a:t>
            </a:r>
          </a:p>
          <a:p>
            <a:r>
              <a:rPr lang="en-US" dirty="0"/>
              <a:t>Img error for paddle</a:t>
            </a:r>
          </a:p>
          <a:p>
            <a:endParaRPr lang="en-US" dirty="0"/>
          </a:p>
          <a:p>
            <a:r>
              <a:rPr lang="en-US" dirty="0"/>
              <a:t>Deploy</a:t>
            </a:r>
          </a:p>
          <a:p>
            <a:endParaRPr lang="en-US" dirty="0"/>
          </a:p>
          <a:p>
            <a:r>
              <a:rPr lang="en-US" dirty="0"/>
              <a:t>Test features</a:t>
            </a:r>
          </a:p>
          <a:p>
            <a:endParaRPr lang="en-US" dirty="0"/>
          </a:p>
          <a:p>
            <a:r>
              <a:rPr lang="en-US" dirty="0"/>
              <a:t>Make videos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BBEDAB-5538-5B55-56B7-88BB52A9A331}"/>
              </a:ext>
            </a:extLst>
          </p:cNvPr>
          <p:cNvSpPr txBox="1"/>
          <p:nvPr/>
        </p:nvSpPr>
        <p:spPr>
          <a:xfrm>
            <a:off x="762000" y="4197096"/>
            <a:ext cx="540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notes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A55EBA-EB4E-42B5-910E-AE5712AA756A}"/>
              </a:ext>
            </a:extLst>
          </p:cNvPr>
          <p:cNvCxnSpPr>
            <a:cxnSpLocks/>
          </p:cNvCxnSpPr>
          <p:nvPr/>
        </p:nvCxnSpPr>
        <p:spPr>
          <a:xfrm flipV="1">
            <a:off x="621792" y="3218688"/>
            <a:ext cx="7552944" cy="73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360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165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Weng Ti Wong</dc:creator>
  <cp:lastModifiedBy>Weng Ti Wong</cp:lastModifiedBy>
  <cp:revision>4</cp:revision>
  <dcterms:created xsi:type="dcterms:W3CDTF">2026-02-08T07:42:13Z</dcterms:created>
  <dcterms:modified xsi:type="dcterms:W3CDTF">2026-02-11T06:43:02Z</dcterms:modified>
</cp:coreProperties>
</file>